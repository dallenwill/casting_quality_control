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docMetadata/LabelInfo.xml" ContentType="application/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_rels/presentation.xml.rels" ContentType="application/vnd.openxmlformats-package.relationships+xml"/>
  <Override PartName="/ppt/media/image10.jpeg" ContentType="image/jpeg"/>
  <Override PartName="/ppt/media/image8.svg" ContentType="image/svg"/>
  <Override PartName="/ppt/media/image15.jpeg" ContentType="image/jpeg"/>
  <Override PartName="/ppt/media/image1.png" ContentType="image/png"/>
  <Override PartName="/ppt/media/image14.jpeg" ContentType="image/jpeg"/>
  <Override PartName="/ppt/media/image3.png" ContentType="image/png"/>
  <Override PartName="/ppt/media/image2.svg" ContentType="image/svg"/>
  <Override PartName="/ppt/media/image5.png" ContentType="image/png"/>
  <Override PartName="/ppt/media/image13.jpeg" ContentType="image/jpeg"/>
  <Override PartName="/ppt/media/image4.svg" ContentType="image/svg"/>
  <Override PartName="/ppt/media/image7.png" ContentType="image/png"/>
  <Override PartName="/ppt/media/image9.jpeg" ContentType="image/jpeg"/>
  <Override PartName="/ppt/media/image12.jpeg" ContentType="image/jpeg"/>
  <Override PartName="/ppt/media/image6.svg" ContentType="image/svg"/>
  <Override PartName="/ppt/media/image11.jpeg" ContentType="image/jpe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</p:sld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</p:sldIdLst>
  <p:sldSz cx="12192000" cy="6858000"/>
  <p:notesSz cx="13716000" cy="2438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7120" y="327960"/>
            <a:ext cx="4550400" cy="24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E9771E-5E91-42EC-B50A-92167EB990C8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B687E8-BF9A-4FF5-ACA3-2E36E0E0932A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EAA3B2B-AEEA-48BC-9E65-95A38706D05E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2EF992-4658-4307-B56F-A3045D5AE1CD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527120" y="327960"/>
            <a:ext cx="4550400" cy="24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80BCED9-B7A0-4637-808D-DEC2F14C1CB9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7120" y="327960"/>
            <a:ext cx="4550400" cy="24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8A69D0C-C7C4-4ECB-B58D-C1338A9C4541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527120" y="327960"/>
            <a:ext cx="4550400" cy="24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84D8D30-C522-4B50-BF0C-9E692033DBD2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1EA03EB-4321-4ACB-9158-C8C5B6B8DB30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3DD3D9A1-6E25-42BD-9E2E-8F5660603FE2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8CF9481-3509-4CAF-BF22-DA54E9F60E6E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527120" y="327960"/>
            <a:ext cx="4550400" cy="24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264B0AC-FFF1-41E3-B824-04D10477D09B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13D61ED2-9E2C-4651-BC93-9A4376FC5274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A432A99-E6DC-4E7D-A65F-DE03852AFDC3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D1FA46E7-E075-401D-870C-B2E252C732C6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C249F4D-7A48-4B1C-90B4-F216775DAFB1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E2BEA1C2-26BD-4608-A53E-5D4657F40D3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600" cy="6876720"/>
          </a:xfrm>
          <a:custGeom>
            <a:avLst/>
            <a:gdLst>
              <a:gd name="textAreaLeft" fmla="*/ 0 w 5295600"/>
              <a:gd name="textAreaRight" fmla="*/ 5295960 w 5295600"/>
              <a:gd name="textAreaTop" fmla="*/ 0 h 6876720"/>
              <a:gd name="textAreaBottom" fmla="*/ 6877080 h 6876720"/>
            </a:gdLst>
            <a:ahLst/>
            <a:rect l="textAreaLeft" t="textAreaTop" r="textAreaRight" b="textAreaBottom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" name="Freeform: 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0200" y="1173240"/>
            <a:ext cx="9191160" cy="5704560"/>
          </a:xfrm>
          <a:custGeom>
            <a:avLst/>
            <a:gdLst>
              <a:gd name="textAreaLeft" fmla="*/ 0 w 9191160"/>
              <a:gd name="textAreaRight" fmla="*/ 9191520 w 9191160"/>
              <a:gd name="textAreaTop" fmla="*/ 0 h 5704560"/>
              <a:gd name="textAreaBottom" fmla="*/ 5704920 h 5704560"/>
            </a:gdLst>
            <a:ahLst/>
            <a:rect l="textAreaLeft" t="textAreaTop" r="textAreaRight" b="textAreaBottom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2" name="Freeform: 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95760" y="0"/>
            <a:ext cx="6802920" cy="5396040"/>
          </a:xfrm>
          <a:custGeom>
            <a:avLst/>
            <a:gdLst>
              <a:gd name="textAreaLeft" fmla="*/ 0 w 6802920"/>
              <a:gd name="textAreaRight" fmla="*/ 6803280 w 6802920"/>
              <a:gd name="textAreaTop" fmla="*/ 0 h 5396040"/>
              <a:gd name="textAreaBottom" fmla="*/ 5396400 h 5396040"/>
            </a:gdLst>
            <a:ahLst/>
            <a:rect l="textAreaLeft" t="textAreaTop" r="textAreaRight" b="textAreaBottom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403080" y="69480"/>
            <a:ext cx="5385600" cy="313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b">
            <a:noAutofit/>
          </a:bodyPr>
          <a:p>
            <a:pPr indent="0" algn="ctr" defTabSz="914400">
              <a:lnSpc>
                <a:spcPts val="4876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</a:t>
            </a: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k to </a:t>
            </a: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add </a:t>
            </a: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titl</a:t>
            </a: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Click to edit the outline text format</a:t>
            </a:r>
            <a:endParaRPr b="0" lang="en-US" sz="2800" spc="-1" strike="noStrike">
              <a:solidFill>
                <a:schemeClr val="accent6"/>
              </a:solidFill>
              <a:latin typeface="Sabon Next L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Second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Third Outline Level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Fourth Outline Level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Fifth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Sixth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Seventh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58880" y="701640"/>
            <a:ext cx="10670760" cy="144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</a:t>
            </a: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k to </a:t>
            </a: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add </a:t>
            </a: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1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2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AEC292-0C16-483F-89E3-7AA7977342FE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Oval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29840" y="2370240"/>
            <a:ext cx="722160" cy="722160"/>
          </a:xfrm>
          <a:prstGeom prst="ellipse">
            <a:avLst/>
          </a:prstGeom>
          <a:noFill/>
          <a:ln w="25400">
            <a:solidFill>
              <a:srgbClr val="f5cd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1339200" y="2379240"/>
            <a:ext cx="703800" cy="703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85440" y="2758320"/>
            <a:ext cx="2011320" cy="2826360"/>
          </a:xfrm>
          <a:prstGeom prst="rect">
            <a:avLst/>
          </a:prstGeom>
          <a:noFill/>
          <a:ln w="12600">
            <a:solidFill>
              <a:schemeClr val="accent1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3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440" y="4064760"/>
            <a:ext cx="2011320" cy="1517400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body"/>
          </p:nvPr>
        </p:nvSpPr>
        <p:spPr>
          <a:xfrm>
            <a:off x="731160" y="4156920"/>
            <a:ext cx="19198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5" name="Oval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5640" y="2373120"/>
            <a:ext cx="722160" cy="722160"/>
          </a:xfrm>
          <a:prstGeom prst="ellipse">
            <a:avLst/>
          </a:prstGeom>
          <a:noFill/>
          <a:ln w="25400">
            <a:solidFill>
              <a:srgbClr val="aac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16" name="PlaceHolder 7"/>
          <p:cNvSpPr>
            <a:spLocks noGrp="1"/>
          </p:cNvSpPr>
          <p:nvPr>
            <p:ph type="body"/>
          </p:nvPr>
        </p:nvSpPr>
        <p:spPr>
          <a:xfrm>
            <a:off x="3554640" y="2379240"/>
            <a:ext cx="703800" cy="70380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7" name="PlaceHolder 8"/>
          <p:cNvSpPr>
            <a:spLocks noGrp="1"/>
          </p:cNvSpPr>
          <p:nvPr>
            <p:ph type="body"/>
          </p:nvPr>
        </p:nvSpPr>
        <p:spPr>
          <a:xfrm>
            <a:off x="2900880" y="2756520"/>
            <a:ext cx="2011320" cy="2828160"/>
          </a:xfrm>
          <a:prstGeom prst="rect">
            <a:avLst/>
          </a:prstGeom>
          <a:noFill/>
          <a:ln w="12600">
            <a:solidFill>
              <a:schemeClr val="accent3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8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0880" y="4064760"/>
            <a:ext cx="2011320" cy="1517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19" name="PlaceHolder 9"/>
          <p:cNvSpPr>
            <a:spLocks noGrp="1"/>
          </p:cNvSpPr>
          <p:nvPr>
            <p:ph type="body"/>
          </p:nvPr>
        </p:nvSpPr>
        <p:spPr>
          <a:xfrm>
            <a:off x="2946600" y="4156920"/>
            <a:ext cx="19198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" name="Oval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1080" y="2373120"/>
            <a:ext cx="722160" cy="722160"/>
          </a:xfrm>
          <a:prstGeom prst="ellipse">
            <a:avLst/>
          </a:prstGeom>
          <a:noFill/>
          <a:ln w="25400">
            <a:solidFill>
              <a:srgbClr val="f5cd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1" name="PlaceHolder 10"/>
          <p:cNvSpPr>
            <a:spLocks noGrp="1"/>
          </p:cNvSpPr>
          <p:nvPr>
            <p:ph type="body"/>
          </p:nvPr>
        </p:nvSpPr>
        <p:spPr>
          <a:xfrm>
            <a:off x="5770440" y="2379240"/>
            <a:ext cx="703800" cy="703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2" name="PlaceHolder 11"/>
          <p:cNvSpPr>
            <a:spLocks noGrp="1"/>
          </p:cNvSpPr>
          <p:nvPr>
            <p:ph type="body"/>
          </p:nvPr>
        </p:nvSpPr>
        <p:spPr>
          <a:xfrm>
            <a:off x="5116320" y="2756520"/>
            <a:ext cx="2011320" cy="2828160"/>
          </a:xfrm>
          <a:prstGeom prst="rect">
            <a:avLst/>
          </a:prstGeom>
          <a:noFill/>
          <a:ln w="12600">
            <a:solidFill>
              <a:schemeClr val="accent1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3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16320" y="4064760"/>
            <a:ext cx="2011320" cy="1517400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4" name="PlaceHolder 12"/>
          <p:cNvSpPr>
            <a:spLocks noGrp="1"/>
          </p:cNvSpPr>
          <p:nvPr>
            <p:ph type="body"/>
          </p:nvPr>
        </p:nvSpPr>
        <p:spPr>
          <a:xfrm>
            <a:off x="5162040" y="4156920"/>
            <a:ext cx="19198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5" name="Oval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6880" y="2373120"/>
            <a:ext cx="722160" cy="722160"/>
          </a:xfrm>
          <a:prstGeom prst="ellipse">
            <a:avLst/>
          </a:prstGeom>
          <a:noFill/>
          <a:ln w="25400">
            <a:solidFill>
              <a:srgbClr val="aac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6" name="PlaceHolder 13"/>
          <p:cNvSpPr>
            <a:spLocks noGrp="1"/>
          </p:cNvSpPr>
          <p:nvPr>
            <p:ph type="body"/>
          </p:nvPr>
        </p:nvSpPr>
        <p:spPr>
          <a:xfrm>
            <a:off x="7985880" y="2379240"/>
            <a:ext cx="703800" cy="70380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7" name="PlaceHolder 14"/>
          <p:cNvSpPr>
            <a:spLocks noGrp="1"/>
          </p:cNvSpPr>
          <p:nvPr>
            <p:ph type="body"/>
          </p:nvPr>
        </p:nvSpPr>
        <p:spPr>
          <a:xfrm>
            <a:off x="7332120" y="2758320"/>
            <a:ext cx="2011320" cy="2826360"/>
          </a:xfrm>
          <a:prstGeom prst="rect">
            <a:avLst/>
          </a:prstGeom>
          <a:noFill/>
          <a:ln w="12600">
            <a:solidFill>
              <a:schemeClr val="accent3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8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2120" y="4064760"/>
            <a:ext cx="2011320" cy="1517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9" name="PlaceHolder 15"/>
          <p:cNvSpPr>
            <a:spLocks noGrp="1"/>
          </p:cNvSpPr>
          <p:nvPr>
            <p:ph type="body"/>
          </p:nvPr>
        </p:nvSpPr>
        <p:spPr>
          <a:xfrm>
            <a:off x="7377840" y="4156920"/>
            <a:ext cx="19198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30" name="Oval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90160" y="2373120"/>
            <a:ext cx="722160" cy="722160"/>
          </a:xfrm>
          <a:prstGeom prst="ellipse">
            <a:avLst/>
          </a:prstGeom>
          <a:noFill/>
          <a:ln w="25400">
            <a:solidFill>
              <a:srgbClr val="f5cd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31" name="PlaceHolder 16"/>
          <p:cNvSpPr>
            <a:spLocks noGrp="1"/>
          </p:cNvSpPr>
          <p:nvPr>
            <p:ph type="body"/>
          </p:nvPr>
        </p:nvSpPr>
        <p:spPr>
          <a:xfrm>
            <a:off x="10201320" y="2379240"/>
            <a:ext cx="703800" cy="703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32" name="PlaceHolder 17"/>
          <p:cNvSpPr>
            <a:spLocks noGrp="1"/>
          </p:cNvSpPr>
          <p:nvPr>
            <p:ph type="body"/>
          </p:nvPr>
        </p:nvSpPr>
        <p:spPr>
          <a:xfrm>
            <a:off x="9547560" y="2758320"/>
            <a:ext cx="2011320" cy="2826360"/>
          </a:xfrm>
          <a:prstGeom prst="rect">
            <a:avLst/>
          </a:prstGeom>
          <a:noFill/>
          <a:ln w="12600">
            <a:solidFill>
              <a:schemeClr val="accent1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33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47560" y="4064760"/>
            <a:ext cx="2011320" cy="1517400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34" name="PlaceHolder 18"/>
          <p:cNvSpPr>
            <a:spLocks noGrp="1"/>
          </p:cNvSpPr>
          <p:nvPr>
            <p:ph type="body"/>
          </p:nvPr>
        </p:nvSpPr>
        <p:spPr>
          <a:xfrm>
            <a:off x="9593280" y="4156920"/>
            <a:ext cx="19198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8240" cy="2857680"/>
          </a:xfrm>
          <a:custGeom>
            <a:avLst/>
            <a:gdLst>
              <a:gd name="textAreaLeft" fmla="*/ 0 w 2838240"/>
              <a:gd name="textAreaRight" fmla="*/ 2838600 w 2838240"/>
              <a:gd name="textAreaTop" fmla="*/ 0 h 2857680"/>
              <a:gd name="textAreaBottom" fmla="*/ 2858040 h 2857680"/>
            </a:gdLst>
            <a:ahLst/>
            <a:rect l="textAreaLeft" t="textAreaTop" r="textAreaRight" b="textAreaBottom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36" name="Freeform: 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970280" cy="1990080"/>
          </a:xfrm>
          <a:custGeom>
            <a:avLst/>
            <a:gdLst>
              <a:gd name="textAreaLeft" fmla="*/ 0 w 1970280"/>
              <a:gd name="textAreaRight" fmla="*/ 1970640 w 1970280"/>
              <a:gd name="textAreaTop" fmla="*/ 0 h 1990080"/>
              <a:gd name="textAreaBottom" fmla="*/ 1990440 h 1990080"/>
            </a:gdLst>
            <a:ahLst/>
            <a:rect l="textAreaLeft" t="textAreaTop" r="textAreaRight" b="textAreaBottom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37" name="Freeform: 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02960" cy="1012680"/>
          </a:xfrm>
          <a:custGeom>
            <a:avLst/>
            <a:gdLst>
              <a:gd name="textAreaLeft" fmla="*/ 0 w 1002960"/>
              <a:gd name="textAreaRight" fmla="*/ 1003320 w 1002960"/>
              <a:gd name="textAreaTop" fmla="*/ 0 h 1012680"/>
              <a:gd name="textAreaBottom" fmla="*/ 1013040 h 1012680"/>
            </a:gdLst>
            <a:ahLst/>
            <a:rect l="textAreaLeft" t="textAreaTop" r="textAreaRight" b="textAreaBottom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58880" y="731520"/>
            <a:ext cx="10670760" cy="212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3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9F3D2F-F382-4D80-8B11-CD4EACF91CFC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58360" y="590040"/>
            <a:ext cx="774720" cy="774720"/>
          </a:xfrm>
          <a:custGeom>
            <a:avLst/>
            <a:gdLst>
              <a:gd name="textAreaLeft" fmla="*/ 0 w 774720"/>
              <a:gd name="textAreaRight" fmla="*/ 775080 w 774720"/>
              <a:gd name="textAreaTop" fmla="*/ 0 h 774720"/>
              <a:gd name="textAreaBottom" fmla="*/ 775080 h 774720"/>
            </a:gdLst>
            <a:ahLst/>
            <a:rect l="textAreaLeft" t="textAreaTop" r="textAreaRight" b="textAreaBottom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85440" y="3017520"/>
            <a:ext cx="1992960" cy="5572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MMM YYYY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2900880" y="3017520"/>
            <a:ext cx="1992960" cy="5572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MMM YYYY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5116320" y="3017520"/>
            <a:ext cx="1992960" cy="5572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MMM YYYY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7332120" y="3017520"/>
            <a:ext cx="1992960" cy="5572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MMM YYYY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body"/>
          </p:nvPr>
        </p:nvSpPr>
        <p:spPr>
          <a:xfrm>
            <a:off x="9547560" y="3017520"/>
            <a:ext cx="1992960" cy="5572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MMM YYYY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cxnSp>
        <p:nvCxnSpPr>
          <p:cNvPr id="46" name="Straight Connector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39080" y="4187520"/>
            <a:ext cx="10812960" cy="360"/>
          </a:xfrm>
          <a:prstGeom prst="straightConnector1">
            <a:avLst/>
          </a:prstGeom>
          <a:ln w="12700">
            <a:solidFill>
              <a:srgbClr val="de8c8c">
                <a:lumMod val="40000"/>
                <a:lumOff val="60000"/>
              </a:srgbClr>
            </a:solidFill>
          </a:ln>
        </p:spPr>
      </p:cxnSp>
      <p:sp>
        <p:nvSpPr>
          <p:cNvPr id="47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1669320" y="4056840"/>
            <a:ext cx="81360" cy="26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48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881160" y="4056840"/>
            <a:ext cx="81360" cy="261000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49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6044760" y="4056840"/>
            <a:ext cx="81360" cy="26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50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264520" y="4056840"/>
            <a:ext cx="81360" cy="261000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5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10475280" y="4056840"/>
            <a:ext cx="81360" cy="26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body"/>
          </p:nvPr>
        </p:nvSpPr>
        <p:spPr>
          <a:xfrm>
            <a:off x="685440" y="4745880"/>
            <a:ext cx="1992960" cy="795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53" name="PlaceHolder 9"/>
          <p:cNvSpPr>
            <a:spLocks noGrp="1"/>
          </p:cNvSpPr>
          <p:nvPr>
            <p:ph type="body"/>
          </p:nvPr>
        </p:nvSpPr>
        <p:spPr>
          <a:xfrm>
            <a:off x="2900880" y="4745880"/>
            <a:ext cx="1992960" cy="795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54" name="PlaceHolder 10"/>
          <p:cNvSpPr>
            <a:spLocks noGrp="1"/>
          </p:cNvSpPr>
          <p:nvPr>
            <p:ph type="body"/>
          </p:nvPr>
        </p:nvSpPr>
        <p:spPr>
          <a:xfrm>
            <a:off x="5116320" y="4745880"/>
            <a:ext cx="1992960" cy="795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55" name="PlaceHolder 11"/>
          <p:cNvSpPr>
            <a:spLocks noGrp="1"/>
          </p:cNvSpPr>
          <p:nvPr>
            <p:ph type="body"/>
          </p:nvPr>
        </p:nvSpPr>
        <p:spPr>
          <a:xfrm>
            <a:off x="7332120" y="4745880"/>
            <a:ext cx="1992960" cy="795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56" name="PlaceHolder 12"/>
          <p:cNvSpPr>
            <a:spLocks noGrp="1"/>
          </p:cNvSpPr>
          <p:nvPr>
            <p:ph type="body"/>
          </p:nvPr>
        </p:nvSpPr>
        <p:spPr>
          <a:xfrm>
            <a:off x="9547560" y="4745880"/>
            <a:ext cx="1992960" cy="795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986640" y="701640"/>
            <a:ext cx="7439040" cy="13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4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470558-6B6F-4B23-BC9F-E9D9B3223B89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400" y="-2880"/>
            <a:ext cx="3443040" cy="6891120"/>
          </a:xfrm>
          <a:custGeom>
            <a:avLst/>
            <a:gdLst>
              <a:gd name="textAreaLeft" fmla="*/ 0 w 3443040"/>
              <a:gd name="textAreaRight" fmla="*/ 3443400 w 3443040"/>
              <a:gd name="textAreaTop" fmla="*/ 0 h 6891120"/>
              <a:gd name="textAreaBottom" fmla="*/ 6891480 h 6891120"/>
            </a:gdLst>
            <a:ahLst/>
            <a:rect l="textAreaLeft" t="textAreaTop" r="textAreaRight" b="textAreaBottom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pic>
        <p:nvPicPr>
          <p:cNvPr id="60" name="Image 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03160" y="-2880"/>
            <a:ext cx="1734120" cy="5167080"/>
          </a:xfrm>
          <a:prstGeom prst="rect">
            <a:avLst/>
          </a:prstGeom>
          <a:ln w="0">
            <a:noFill/>
          </a:ln>
        </p:spPr>
      </p:pic>
      <p:sp>
        <p:nvSpPr>
          <p:cNvPr id="61" name="Freeform: Shape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520" y="-2880"/>
            <a:ext cx="1715760" cy="1720440"/>
          </a:xfrm>
          <a:custGeom>
            <a:avLst/>
            <a:gdLst>
              <a:gd name="textAreaLeft" fmla="*/ 0 w 1715760"/>
              <a:gd name="textAreaRight" fmla="*/ 1716120 w 1715760"/>
              <a:gd name="textAreaTop" fmla="*/ 0 h 1720440"/>
              <a:gd name="textAreaBottom" fmla="*/ 1720800 h 1720440"/>
            </a:gdLst>
            <a:ahLst/>
            <a:rect l="textAreaLeft" t="textAreaTop" r="textAreaRight" b="textAreaBottom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62" name="Imag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400" y="3440520"/>
            <a:ext cx="3443040" cy="3447720"/>
          </a:xfrm>
          <a:custGeom>
            <a:avLst/>
            <a:gdLst>
              <a:gd name="textAreaLeft" fmla="*/ 0 w 3443040"/>
              <a:gd name="textAreaRight" fmla="*/ 3443400 w 3443040"/>
              <a:gd name="textAreaTop" fmla="*/ 0 h 3447720"/>
              <a:gd name="textAreaBottom" fmla="*/ 3448080 h 3447720"/>
            </a:gdLst>
            <a:ahLst/>
            <a:rect l="textAreaLeft" t="textAreaTop" r="textAreaRight" b="textAreaBottom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pic>
        <p:nvPicPr>
          <p:cNvPr id="63" name="Image 6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718280" y="3440520"/>
            <a:ext cx="1719000" cy="1723680"/>
          </a:xfrm>
          <a:prstGeom prst="rect">
            <a:avLst/>
          </a:prstGeom>
          <a:ln w="0">
            <a:noFill/>
          </a:ln>
        </p:spPr>
      </p:pic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3986640" y="2071440"/>
            <a:ext cx="3812760" cy="7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3986640" y="2877480"/>
            <a:ext cx="3803760" cy="36842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3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3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7857720" y="2071440"/>
            <a:ext cx="3567960" cy="7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body"/>
          </p:nvPr>
        </p:nvSpPr>
        <p:spPr>
          <a:xfrm>
            <a:off x="7857720" y="2877480"/>
            <a:ext cx="3567960" cy="36842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3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3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758880" y="741600"/>
            <a:ext cx="10670760" cy="145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5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6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8C8ECA-2351-4219-A6F1-F011BC2BB19A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1911240" y="2407680"/>
            <a:ext cx="932400" cy="93240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91440" rIns="9144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713160" y="2885400"/>
            <a:ext cx="3328200" cy="3563640"/>
          </a:xfrm>
          <a:prstGeom prst="rect">
            <a:avLst/>
          </a:prstGeom>
          <a:noFill/>
          <a:ln w="12600">
            <a:solidFill>
              <a:schemeClr val="accent3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body"/>
          </p:nvPr>
        </p:nvSpPr>
        <p:spPr>
          <a:xfrm>
            <a:off x="992160" y="4099320"/>
            <a:ext cx="2770200" cy="220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4" name="PlaceHolder 7"/>
          <p:cNvSpPr>
            <a:spLocks noGrp="1"/>
          </p:cNvSpPr>
          <p:nvPr>
            <p:ph type="body"/>
          </p:nvPr>
        </p:nvSpPr>
        <p:spPr>
          <a:xfrm>
            <a:off x="5641920" y="2407680"/>
            <a:ext cx="932400" cy="9324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rIns="9144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5" name="PlaceHolder 8"/>
          <p:cNvSpPr>
            <a:spLocks noGrp="1"/>
          </p:cNvSpPr>
          <p:nvPr>
            <p:ph type="body"/>
          </p:nvPr>
        </p:nvSpPr>
        <p:spPr>
          <a:xfrm>
            <a:off x="4443840" y="2890440"/>
            <a:ext cx="3328200" cy="3558600"/>
          </a:xfrm>
          <a:prstGeom prst="rect">
            <a:avLst/>
          </a:prstGeom>
          <a:noFill/>
          <a:ln w="12600">
            <a:solidFill>
              <a:schemeClr val="accent1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6" name="PlaceHolder 9"/>
          <p:cNvSpPr>
            <a:spLocks noGrp="1"/>
          </p:cNvSpPr>
          <p:nvPr>
            <p:ph type="body"/>
          </p:nvPr>
        </p:nvSpPr>
        <p:spPr>
          <a:xfrm>
            <a:off x="4722840" y="4099320"/>
            <a:ext cx="2770200" cy="220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7" name="PlaceHolder 10"/>
          <p:cNvSpPr>
            <a:spLocks noGrp="1"/>
          </p:cNvSpPr>
          <p:nvPr>
            <p:ph type="body"/>
          </p:nvPr>
        </p:nvSpPr>
        <p:spPr>
          <a:xfrm>
            <a:off x="9290160" y="2407680"/>
            <a:ext cx="932400" cy="93240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1440" rIns="9144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8" name="PlaceHolder 11"/>
          <p:cNvSpPr>
            <a:spLocks noGrp="1"/>
          </p:cNvSpPr>
          <p:nvPr>
            <p:ph type="body"/>
          </p:nvPr>
        </p:nvSpPr>
        <p:spPr>
          <a:xfrm>
            <a:off x="8092440" y="2891880"/>
            <a:ext cx="3328200" cy="3557160"/>
          </a:xfrm>
          <a:prstGeom prst="rect">
            <a:avLst/>
          </a:prstGeom>
          <a:noFill/>
          <a:ln w="12600">
            <a:solidFill>
              <a:schemeClr val="accent4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9" name="PlaceHolder 12"/>
          <p:cNvSpPr>
            <a:spLocks noGrp="1"/>
          </p:cNvSpPr>
          <p:nvPr>
            <p:ph type="body"/>
          </p:nvPr>
        </p:nvSpPr>
        <p:spPr>
          <a:xfrm>
            <a:off x="8371440" y="4099320"/>
            <a:ext cx="2770200" cy="220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80" name="Oval 2"/>
          <p:cNvSpPr/>
          <p:nvPr/>
        </p:nvSpPr>
        <p:spPr>
          <a:xfrm>
            <a:off x="1911240" y="2409840"/>
            <a:ext cx="932400" cy="932400"/>
          </a:xfrm>
          <a:prstGeom prst="ellipse">
            <a:avLst/>
          </a:prstGeom>
          <a:noFill/>
          <a:ln w="28575">
            <a:solidFill>
              <a:srgbClr val="aac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81" name="Oval 5"/>
          <p:cNvSpPr/>
          <p:nvPr/>
        </p:nvSpPr>
        <p:spPr>
          <a:xfrm>
            <a:off x="5642280" y="2407680"/>
            <a:ext cx="932400" cy="932400"/>
          </a:xfrm>
          <a:prstGeom prst="ellipse">
            <a:avLst/>
          </a:prstGeom>
          <a:noFill/>
          <a:ln w="28575">
            <a:solidFill>
              <a:srgbClr val="f5cd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82" name="Oval 6"/>
          <p:cNvSpPr/>
          <p:nvPr/>
        </p:nvSpPr>
        <p:spPr>
          <a:xfrm>
            <a:off x="9289800" y="2412720"/>
            <a:ext cx="932400" cy="932400"/>
          </a:xfrm>
          <a:prstGeom prst="ellipse">
            <a:avLst/>
          </a:prstGeom>
          <a:noFill/>
          <a:ln w="28575">
            <a:solidFill>
              <a:srgbClr val="d2d5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58080" y="-14400"/>
            <a:ext cx="3433320" cy="3452400"/>
          </a:xfrm>
          <a:custGeom>
            <a:avLst/>
            <a:gdLst>
              <a:gd name="textAreaLeft" fmla="*/ 0 w 3433320"/>
              <a:gd name="textAreaRight" fmla="*/ 3433680 w 3433320"/>
              <a:gd name="textAreaTop" fmla="*/ 0 h 3452400"/>
              <a:gd name="textAreaBottom" fmla="*/ 3452760 h 3452400"/>
            </a:gdLst>
            <a:ahLst/>
            <a:rect l="textAreaLeft" t="textAreaTop" r="textAreaRight" b="textAreaBottom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84" name="Imag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58080" y="3438360"/>
            <a:ext cx="3433320" cy="3433320"/>
          </a:xfrm>
          <a:custGeom>
            <a:avLst/>
            <a:gdLst>
              <a:gd name="textAreaLeft" fmla="*/ 0 w 3433320"/>
              <a:gd name="textAreaRight" fmla="*/ 3433680 w 3433320"/>
              <a:gd name="textAreaTop" fmla="*/ 0 h 3433320"/>
              <a:gd name="textAreaBottom" fmla="*/ 3433680 h 3433320"/>
            </a:gdLst>
            <a:ahLst/>
            <a:rect l="textAreaLeft" t="textAreaTop" r="textAreaRight" b="textAreaBottom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85" name="Imag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800" y="1247400"/>
            <a:ext cx="2199960" cy="2180880"/>
          </a:xfrm>
          <a:custGeom>
            <a:avLst/>
            <a:gdLst>
              <a:gd name="textAreaLeft" fmla="*/ 0 w 2199960"/>
              <a:gd name="textAreaRight" fmla="*/ 2200320 w 2199960"/>
              <a:gd name="textAreaTop" fmla="*/ 360 h 2180880"/>
              <a:gd name="textAreaBottom" fmla="*/ 2181600 h 2180880"/>
            </a:gdLst>
            <a:ahLst/>
            <a:rect l="textAreaLeft" t="textAreaTop" r="textAreaRight" b="textAreaBottom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86" name="Imag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19800" y="4579200"/>
            <a:ext cx="2277720" cy="2277720"/>
          </a:xfrm>
          <a:custGeom>
            <a:avLst/>
            <a:gdLst>
              <a:gd name="textAreaLeft" fmla="*/ 0 w 2277720"/>
              <a:gd name="textAreaRight" fmla="*/ 2278080 w 2277720"/>
              <a:gd name="textAreaTop" fmla="*/ -360 h 2277720"/>
              <a:gd name="textAreaBottom" fmla="*/ 2277720 h 2277720"/>
            </a:gdLst>
            <a:ahLst/>
            <a:rect l="textAreaLeft" t="textAreaTop" r="textAreaRight" b="textAreaBottom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pic>
        <p:nvPicPr>
          <p:cNvPr id="87" name="Imag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991800" y="3441240"/>
            <a:ext cx="2199600" cy="2199600"/>
          </a:xfrm>
          <a:prstGeom prst="rect">
            <a:avLst/>
          </a:prstGeom>
          <a:ln w="0">
            <a:noFill/>
          </a:ln>
        </p:spPr>
      </p:pic>
      <p:sp>
        <p:nvSpPr>
          <p:cNvPr id="88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7840" y="5667480"/>
            <a:ext cx="774720" cy="774720"/>
          </a:xfrm>
          <a:custGeom>
            <a:avLst/>
            <a:gdLst>
              <a:gd name="textAreaLeft" fmla="*/ 0 w 774720"/>
              <a:gd name="textAreaRight" fmla="*/ 775080 w 774720"/>
              <a:gd name="textAreaTop" fmla="*/ 0 h 774720"/>
              <a:gd name="textAreaBottom" fmla="*/ 775080 h 774720"/>
            </a:gdLst>
            <a:ahLst/>
            <a:rect l="textAreaLeft" t="textAreaTop" r="textAreaRight" b="textAreaBottom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508760" y="831240"/>
            <a:ext cx="6527520" cy="262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ftr" idx="7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8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AE04C3-0E93-4C8B-92BF-59ECAF41E531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1508760" y="3556440"/>
            <a:ext cx="6527520" cy="189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Freeform: 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948520" cy="6857640"/>
          </a:xfrm>
          <a:custGeom>
            <a:avLst/>
            <a:gdLst>
              <a:gd name="textAreaLeft" fmla="*/ 0 w 8948520"/>
              <a:gd name="textAreaRight" fmla="*/ 8948880 w 894852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96" name="Freeform: 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38760" y="13320"/>
            <a:ext cx="4653000" cy="6831360"/>
          </a:xfrm>
          <a:custGeom>
            <a:avLst/>
            <a:gdLst>
              <a:gd name="textAreaLeft" fmla="*/ 0 w 4653000"/>
              <a:gd name="textAreaRight" fmla="*/ 4653360 w 4653000"/>
              <a:gd name="textAreaTop" fmla="*/ 0 h 6831360"/>
              <a:gd name="textAreaBottom" fmla="*/ 6831720 h 6831360"/>
            </a:gdLst>
            <a:ahLst/>
            <a:rect l="textAreaLeft" t="textAreaTop" r="textAreaRight" b="textAreaBottom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pic>
        <p:nvPicPr>
          <p:cNvPr id="97" name="Imag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737200" y="-25200"/>
            <a:ext cx="3431880" cy="343188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527120" y="327960"/>
            <a:ext cx="4550400" cy="245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b">
            <a:noAutofit/>
          </a:bodyPr>
          <a:p>
            <a:pPr indent="0" defTabSz="914400">
              <a:lnSpc>
                <a:spcPts val="4876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Click to edit the outline text format</a:t>
            </a:r>
            <a:endParaRPr b="0" lang="en-US" sz="2800" spc="-1" strike="noStrike">
              <a:solidFill>
                <a:schemeClr val="accent6"/>
              </a:solidFill>
              <a:latin typeface="Sabon Next LT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Second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Third Outline Level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Fourth Outline Level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Fifth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Sixth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Seventh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400" y="-2880"/>
            <a:ext cx="3443040" cy="6891120"/>
          </a:xfrm>
          <a:custGeom>
            <a:avLst/>
            <a:gdLst>
              <a:gd name="textAreaLeft" fmla="*/ 0 w 3443040"/>
              <a:gd name="textAreaRight" fmla="*/ 3443400 w 3443040"/>
              <a:gd name="textAreaTop" fmla="*/ 0 h 6891120"/>
              <a:gd name="textAreaBottom" fmla="*/ 6891480 h 6891120"/>
            </a:gdLst>
            <a:ahLst/>
            <a:rect l="textAreaLeft" t="textAreaTop" r="textAreaRight" b="textAreaBottom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pic>
        <p:nvPicPr>
          <p:cNvPr id="103" name="Image 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03160" y="-2880"/>
            <a:ext cx="1734120" cy="5167080"/>
          </a:xfrm>
          <a:prstGeom prst="rect">
            <a:avLst/>
          </a:prstGeom>
          <a:ln w="0">
            <a:noFill/>
          </a:ln>
        </p:spPr>
      </p:pic>
      <p:sp>
        <p:nvSpPr>
          <p:cNvPr id="104" name="Freeform: 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520" y="-2880"/>
            <a:ext cx="1715760" cy="1720440"/>
          </a:xfrm>
          <a:custGeom>
            <a:avLst/>
            <a:gdLst>
              <a:gd name="textAreaLeft" fmla="*/ 0 w 1715760"/>
              <a:gd name="textAreaRight" fmla="*/ 1716120 w 1715760"/>
              <a:gd name="textAreaTop" fmla="*/ 0 h 1720440"/>
              <a:gd name="textAreaBottom" fmla="*/ 1720800 h 1720440"/>
            </a:gdLst>
            <a:ahLst/>
            <a:rect l="textAreaLeft" t="textAreaTop" r="textAreaRight" b="textAreaBottom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05" name="Imag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400" y="3440520"/>
            <a:ext cx="3443040" cy="3447720"/>
          </a:xfrm>
          <a:custGeom>
            <a:avLst/>
            <a:gdLst>
              <a:gd name="textAreaLeft" fmla="*/ 0 w 3443040"/>
              <a:gd name="textAreaRight" fmla="*/ 3443400 w 3443040"/>
              <a:gd name="textAreaTop" fmla="*/ 0 h 3447720"/>
              <a:gd name="textAreaBottom" fmla="*/ 3448080 h 3447720"/>
            </a:gdLst>
            <a:ahLst/>
            <a:rect l="textAreaLeft" t="textAreaTop" r="textAreaRight" b="textAreaBottom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pic>
        <p:nvPicPr>
          <p:cNvPr id="106" name="Image 6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718280" y="3440520"/>
            <a:ext cx="1719000" cy="1723680"/>
          </a:xfrm>
          <a:prstGeom prst="rect">
            <a:avLst/>
          </a:prstGeom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684960" y="755280"/>
            <a:ext cx="774072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ftr" idx="9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10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098F7E-62EA-4598-90CF-9702FF9F0147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3684960" y="2305080"/>
            <a:ext cx="3741480" cy="43059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3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3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7684560" y="2305080"/>
            <a:ext cx="3741480" cy="43059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3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3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6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42440" cy="2102760"/>
          </a:xfrm>
          <a:custGeom>
            <a:avLst/>
            <a:gdLst>
              <a:gd name="textAreaLeft" fmla="*/ 0 w 2242440"/>
              <a:gd name="textAreaRight" fmla="*/ 2242800 w 2242440"/>
              <a:gd name="textAreaTop" fmla="*/ 0 h 2102760"/>
              <a:gd name="textAreaBottom" fmla="*/ 2103120 h 2102760"/>
            </a:gdLst>
            <a:ahLst/>
            <a:rect l="textAreaLeft" t="textAreaTop" r="textAreaRight" b="textAreaBottom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13" name="Freeform: 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9948600" y="4754160"/>
            <a:ext cx="2242440" cy="2102760"/>
          </a:xfrm>
          <a:custGeom>
            <a:avLst/>
            <a:gdLst>
              <a:gd name="textAreaLeft" fmla="*/ -360 w 2242440"/>
              <a:gd name="textAreaRight" fmla="*/ 2242440 w 2242440"/>
              <a:gd name="textAreaTop" fmla="*/ -360 h 2102760"/>
              <a:gd name="textAreaBottom" fmla="*/ 2102760 h 2102760"/>
            </a:gdLst>
            <a:ahLst/>
            <a:rect l="textAreaLeft" t="textAreaTop" r="textAreaRight" b="textAreaBottom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58880" y="731520"/>
            <a:ext cx="1067076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ts val="4876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ftr" idx="11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12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B7025D-96CE-437C-851A-57749392BB68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Freeform: 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42440" cy="2102760"/>
          </a:xfrm>
          <a:custGeom>
            <a:avLst/>
            <a:gdLst>
              <a:gd name="textAreaLeft" fmla="*/ 0 w 2242440"/>
              <a:gd name="textAreaRight" fmla="*/ 2242800 w 2242440"/>
              <a:gd name="textAreaTop" fmla="*/ 0 h 2102760"/>
              <a:gd name="textAreaBottom" fmla="*/ 2103120 h 2102760"/>
            </a:gdLst>
            <a:ahLst/>
            <a:rect l="textAreaLeft" t="textAreaTop" r="textAreaRight" b="textAreaBottom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19" name="Freeform: 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9948600" y="4754160"/>
            <a:ext cx="2242440" cy="2102760"/>
          </a:xfrm>
          <a:custGeom>
            <a:avLst/>
            <a:gdLst>
              <a:gd name="textAreaLeft" fmla="*/ -360 w 2242440"/>
              <a:gd name="textAreaRight" fmla="*/ 2242440 w 2242440"/>
              <a:gd name="textAreaTop" fmla="*/ -360 h 2102760"/>
              <a:gd name="textAreaBottom" fmla="*/ 2102760 h 2102760"/>
            </a:gdLst>
            <a:ahLst/>
            <a:rect l="textAreaLeft" t="textAreaTop" r="textAreaRight" b="textAreaBottom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ftr" idx="13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14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7D9EFF-FAAD-43C3-A077-94AD0A5CEA7D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Sabon Next LT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Click to edit the outline text format</a:t>
            </a:r>
            <a:endParaRPr b="0" lang="en-US" sz="2800" spc="-1" strike="noStrike">
              <a:solidFill>
                <a:schemeClr val="accent6"/>
              </a:solidFill>
              <a:latin typeface="Sabon Next L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Second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Third Outline Level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Fourth Outline Level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Fifth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Sixth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Seventh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: 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9948600" y="4754160"/>
            <a:ext cx="2242440" cy="2102760"/>
          </a:xfrm>
          <a:custGeom>
            <a:avLst/>
            <a:gdLst>
              <a:gd name="textAreaLeft" fmla="*/ -360 w 2242440"/>
              <a:gd name="textAreaRight" fmla="*/ 2242440 w 2242440"/>
              <a:gd name="textAreaTop" fmla="*/ -360 h 2102760"/>
              <a:gd name="textAreaBottom" fmla="*/ 2102760 h 2102760"/>
            </a:gdLst>
            <a:ahLst/>
            <a:rect l="textAreaLeft" t="textAreaTop" r="textAreaRight" b="textAreaBottom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770040" y="741600"/>
            <a:ext cx="3931920" cy="152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2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32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ftr" idx="15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16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66F641-05B3-494C-B2E5-9211E4A7F4AF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770040" y="2301840"/>
            <a:ext cx="3931920" cy="356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6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5183280" y="741600"/>
            <a:ext cx="6242400" cy="511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32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28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24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452280" y="3404880"/>
            <a:ext cx="5739480" cy="3467520"/>
            <a:chOff x="6452280" y="3404880"/>
            <a:chExt cx="5739480" cy="3467520"/>
          </a:xfrm>
        </p:grpSpPr>
        <p:sp>
          <p:nvSpPr>
            <p:cNvPr id="131" name="Freeform 7"/>
            <p:cNvSpPr/>
            <p:nvPr/>
          </p:nvSpPr>
          <p:spPr>
            <a:xfrm>
              <a:off x="6452280" y="3404880"/>
              <a:ext cx="2882880" cy="3467520"/>
            </a:xfrm>
            <a:custGeom>
              <a:avLst/>
              <a:gdLst>
                <a:gd name="textAreaLeft" fmla="*/ 0 w 2882880"/>
                <a:gd name="textAreaRight" fmla="*/ 2883240 w 2882880"/>
                <a:gd name="textAreaTop" fmla="*/ 0 h 3467520"/>
                <a:gd name="textAreaBottom" fmla="*/ 3467880 h 3467520"/>
              </a:gdLst>
              <a:ahLst/>
              <a:rect l="textAreaLeft" t="textAreaTop" r="textAreaRight" b="textAreaBottom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Sabon Next LT"/>
              </a:endParaRPr>
            </a:p>
          </p:txBody>
        </p:sp>
        <p:sp>
          <p:nvSpPr>
            <p:cNvPr id="132" name="Freeform 6"/>
            <p:cNvSpPr/>
            <p:nvPr/>
          </p:nvSpPr>
          <p:spPr>
            <a:xfrm>
              <a:off x="9318600" y="3404880"/>
              <a:ext cx="2873160" cy="3467520"/>
            </a:xfrm>
            <a:custGeom>
              <a:avLst/>
              <a:gdLst>
                <a:gd name="textAreaLeft" fmla="*/ 0 w 2873160"/>
                <a:gd name="textAreaRight" fmla="*/ 2873520 w 2873160"/>
                <a:gd name="textAreaTop" fmla="*/ 0 h 3467520"/>
                <a:gd name="textAreaBottom" fmla="*/ 3467880 h 3467520"/>
              </a:gdLst>
              <a:ahLst/>
              <a:rect l="textAreaLeft" t="textAreaTop" r="textAreaRight" b="textAreaBottom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Sabon Next LT"/>
              </a:endParaRPr>
            </a:p>
          </p:txBody>
        </p:sp>
      </p:grpSp>
      <p:grpSp>
        <p:nvGrpSpPr>
          <p:cNvPr id="133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465960" y="360"/>
            <a:ext cx="5739480" cy="3467520"/>
            <a:chOff x="6465960" y="360"/>
            <a:chExt cx="5739480" cy="3467520"/>
          </a:xfrm>
        </p:grpSpPr>
        <p:sp>
          <p:nvSpPr>
            <p:cNvPr id="134" name="Freeform 7"/>
            <p:cNvSpPr/>
            <p:nvPr/>
          </p:nvSpPr>
          <p:spPr>
            <a:xfrm rot="10800000">
              <a:off x="9322560" y="360"/>
              <a:ext cx="2882880" cy="3467520"/>
            </a:xfrm>
            <a:custGeom>
              <a:avLst/>
              <a:gdLst>
                <a:gd name="textAreaLeft" fmla="*/ 0 w 2882880"/>
                <a:gd name="textAreaRight" fmla="*/ 2883240 w 2882880"/>
                <a:gd name="textAreaTop" fmla="*/ 0 h 3467520"/>
                <a:gd name="textAreaBottom" fmla="*/ 3467880 h 3467520"/>
              </a:gdLst>
              <a:ahLst/>
              <a:rect l="textAreaLeft" t="textAreaTop" r="textAreaRight" b="textAreaBottom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Sabon Next LT"/>
              </a:endParaRPr>
            </a:p>
          </p:txBody>
        </p:sp>
        <p:sp>
          <p:nvSpPr>
            <p:cNvPr id="135" name="Freeform 6"/>
            <p:cNvSpPr/>
            <p:nvPr/>
          </p:nvSpPr>
          <p:spPr>
            <a:xfrm rot="10800000">
              <a:off x="6465960" y="360"/>
              <a:ext cx="2873160" cy="3467520"/>
            </a:xfrm>
            <a:custGeom>
              <a:avLst/>
              <a:gdLst>
                <a:gd name="textAreaLeft" fmla="*/ 0 w 2873160"/>
                <a:gd name="textAreaRight" fmla="*/ 2873520 w 2873160"/>
                <a:gd name="textAreaTop" fmla="*/ 0 h 3467520"/>
                <a:gd name="textAreaBottom" fmla="*/ 3467880 h 3467520"/>
              </a:gdLst>
              <a:ahLst/>
              <a:rect l="textAreaLeft" t="textAreaTop" r="textAreaRight" b="textAreaBottom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Sabon Next LT"/>
              </a:endParaRPr>
            </a:p>
          </p:txBody>
        </p:sp>
      </p:grpSp>
      <p:sp>
        <p:nvSpPr>
          <p:cNvPr id="136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440" y="4577760"/>
            <a:ext cx="774720" cy="774720"/>
          </a:xfrm>
          <a:custGeom>
            <a:avLst/>
            <a:gdLst>
              <a:gd name="textAreaLeft" fmla="*/ 0 w 774720"/>
              <a:gd name="textAreaRight" fmla="*/ 775080 w 774720"/>
              <a:gd name="textAreaTop" fmla="*/ 0 h 774720"/>
              <a:gd name="textAreaBottom" fmla="*/ 775080 h 774720"/>
            </a:gdLst>
            <a:ahLst/>
            <a:rect l="textAreaLeft" t="textAreaTop" r="textAreaRight" b="textAreaBottom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499760" y="89280"/>
            <a:ext cx="5693400" cy="258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1499760" y="2770560"/>
            <a:ext cx="5693400" cy="312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2400" spc="-1" strike="noStrike">
              <a:solidFill>
                <a:schemeClr val="accent6"/>
              </a:solidFill>
              <a:latin typeface="Sabon Next LT"/>
            </a:endParaRPr>
          </a:p>
          <a:p>
            <a:pPr lvl="1" marL="347400" indent="-347400" defTabSz="914400">
              <a:lnSpc>
                <a:spcPct val="150000"/>
              </a:lnSpc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2" marL="685800" indent="-347400" defTabSz="914400">
              <a:lnSpc>
                <a:spcPct val="150000"/>
              </a:lnSpc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Freeform: 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9948600" y="4754160"/>
            <a:ext cx="2242440" cy="2102760"/>
          </a:xfrm>
          <a:custGeom>
            <a:avLst/>
            <a:gdLst>
              <a:gd name="textAreaLeft" fmla="*/ -360 w 2242440"/>
              <a:gd name="textAreaRight" fmla="*/ 2242440 w 2242440"/>
              <a:gd name="textAreaTop" fmla="*/ -360 h 2102760"/>
              <a:gd name="textAreaBottom" fmla="*/ 2102760 h 2102760"/>
            </a:gdLst>
            <a:ahLst/>
            <a:rect l="textAreaLeft" t="textAreaTop" r="textAreaRight" b="textAreaBottom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61040" y="755280"/>
            <a:ext cx="4010760" cy="148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2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32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ftr" idx="17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8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412A4C-383C-4618-8D5A-9941B22F0B87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761040" y="2286000"/>
            <a:ext cx="401076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6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526284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28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Freeform: 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7200"/>
            <a:ext cx="3429720" cy="3430440"/>
          </a:xfrm>
          <a:custGeom>
            <a:avLst/>
            <a:gdLst>
              <a:gd name="textAreaLeft" fmla="*/ 0 w 3429720"/>
              <a:gd name="textAreaRight" fmla="*/ 3430080 w 3429720"/>
              <a:gd name="textAreaTop" fmla="*/ 0 h 3430440"/>
              <a:gd name="textAreaBottom" fmla="*/ 3430800 h 3430440"/>
            </a:gdLst>
            <a:ahLst/>
            <a:rect l="textAreaLeft" t="textAreaTop" r="textAreaRight" b="textAreaBottom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46" name="Freeform: 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7200"/>
            <a:ext cx="3429720" cy="3430440"/>
          </a:xfrm>
          <a:custGeom>
            <a:avLst/>
            <a:gdLst>
              <a:gd name="textAreaLeft" fmla="*/ 0 w 3429720"/>
              <a:gd name="textAreaRight" fmla="*/ 3430080 w 3429720"/>
              <a:gd name="textAreaTop" fmla="*/ 0 h 3430440"/>
              <a:gd name="textAreaBottom" fmla="*/ 3430800 h 3430440"/>
            </a:gdLst>
            <a:ahLst/>
            <a:rect l="textAreaLeft" t="textAreaTop" r="textAreaRight" b="textAreaBottom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47" name="Freeform: 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423600" cy="3436920"/>
          </a:xfrm>
          <a:custGeom>
            <a:avLst/>
            <a:gdLst>
              <a:gd name="textAreaLeft" fmla="*/ 0 w 3423600"/>
              <a:gd name="textAreaRight" fmla="*/ 3423960 w 3423600"/>
              <a:gd name="textAreaTop" fmla="*/ 0 h 3436920"/>
              <a:gd name="textAreaBottom" fmla="*/ 3437280 h 3436920"/>
            </a:gdLst>
            <a:ahLst/>
            <a:rect l="textAreaLeft" t="textAreaTop" r="textAreaRight" b="textAreaBottom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48" name="Freeform: 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720"/>
            <a:ext cx="3423600" cy="3436200"/>
          </a:xfrm>
          <a:custGeom>
            <a:avLst/>
            <a:gdLst>
              <a:gd name="textAreaLeft" fmla="*/ 0 w 3423600"/>
              <a:gd name="textAreaRight" fmla="*/ 3423960 w 3423600"/>
              <a:gd name="textAreaTop" fmla="*/ 0 h 3436200"/>
              <a:gd name="textAreaBottom" fmla="*/ 3436560 h 3436200"/>
            </a:gdLst>
            <a:ahLst/>
            <a:rect l="textAreaLeft" t="textAreaTop" r="textAreaRight" b="textAreaBottom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224600" y="815040"/>
            <a:ext cx="6766200" cy="281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ftr" idx="19"/>
          </p:nvPr>
        </p:nvSpPr>
        <p:spPr>
          <a:xfrm>
            <a:off x="4224600" y="457200"/>
            <a:ext cx="320004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20"/>
          </p:nvPr>
        </p:nvSpPr>
        <p:spPr>
          <a:xfrm>
            <a:off x="10003680" y="47196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728DFD-355D-445C-97AB-159ECF781D3C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4224600" y="3723840"/>
            <a:ext cx="6766200" cy="244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Freeform: Shape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62800" y="686520"/>
            <a:ext cx="7774200" cy="6192720"/>
          </a:xfrm>
          <a:custGeom>
            <a:avLst/>
            <a:gdLst>
              <a:gd name="textAreaLeft" fmla="*/ 0 w 7774200"/>
              <a:gd name="textAreaRight" fmla="*/ 7774560 w 7774200"/>
              <a:gd name="textAreaTop" fmla="*/ 0 h 6192720"/>
              <a:gd name="textAreaBottom" fmla="*/ 6193080 h 6192720"/>
            </a:gdLst>
            <a:ahLst/>
            <a:rect l="textAreaLeft" t="textAreaTop" r="textAreaRight" b="textAreaBottom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56" name="Freeform: Shape 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10400" y="0"/>
            <a:ext cx="2273400" cy="3147480"/>
          </a:xfrm>
          <a:custGeom>
            <a:avLst/>
            <a:gdLst>
              <a:gd name="textAreaLeft" fmla="*/ 0 w 2273400"/>
              <a:gd name="textAreaRight" fmla="*/ 2273760 w 2273400"/>
              <a:gd name="textAreaTop" fmla="*/ 0 h 3147480"/>
              <a:gd name="textAreaBottom" fmla="*/ 3147840 h 3147480"/>
            </a:gdLst>
            <a:ahLst/>
            <a:rect l="textAreaLeft" t="textAreaTop" r="textAreaRight" b="textAreaBottom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57" name="Freeform: Shape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83800" y="0"/>
            <a:ext cx="2254680" cy="3141360"/>
          </a:xfrm>
          <a:custGeom>
            <a:avLst/>
            <a:gdLst>
              <a:gd name="textAreaLeft" fmla="*/ 0 w 2254680"/>
              <a:gd name="textAreaRight" fmla="*/ 2255040 w 2254680"/>
              <a:gd name="textAreaTop" fmla="*/ 0 h 3141360"/>
              <a:gd name="textAreaBottom" fmla="*/ 3141720 h 3141360"/>
            </a:gdLst>
            <a:ahLst/>
            <a:rect l="textAreaLeft" t="textAreaTop" r="textAreaRight" b="textAreaBottom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58" name="Freeform: Shape 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95560" y="0"/>
            <a:ext cx="2958840" cy="2352600"/>
          </a:xfrm>
          <a:custGeom>
            <a:avLst/>
            <a:gdLst>
              <a:gd name="textAreaLeft" fmla="*/ 0 w 2958840"/>
              <a:gd name="textAreaRight" fmla="*/ 2959200 w 2958840"/>
              <a:gd name="textAreaTop" fmla="*/ 0 h 2352600"/>
              <a:gd name="textAreaBottom" fmla="*/ 2352960 h 2352600"/>
            </a:gdLst>
            <a:ahLst/>
            <a:rect l="textAreaLeft" t="textAreaTop" r="textAreaRight" b="textAreaBottom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59" name="Freeform: Shape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90680" y="3130560"/>
            <a:ext cx="3105720" cy="3748320"/>
          </a:xfrm>
          <a:custGeom>
            <a:avLst/>
            <a:gdLst>
              <a:gd name="textAreaLeft" fmla="*/ 0 w 3105720"/>
              <a:gd name="textAreaRight" fmla="*/ 3106080 w 3105720"/>
              <a:gd name="textAreaTop" fmla="*/ 0 h 3748320"/>
              <a:gd name="textAreaBottom" fmla="*/ 3748680 h 3748320"/>
            </a:gdLst>
            <a:ahLst/>
            <a:rect l="textAreaLeft" t="textAreaTop" r="textAreaRight" b="textAreaBottom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60" name="Freeform: Shap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130560"/>
            <a:ext cx="1400400" cy="3748320"/>
          </a:xfrm>
          <a:custGeom>
            <a:avLst/>
            <a:gdLst>
              <a:gd name="textAreaLeft" fmla="*/ 0 w 1400400"/>
              <a:gd name="textAreaRight" fmla="*/ 1400760 w 1400400"/>
              <a:gd name="textAreaTop" fmla="*/ 0 h 3748320"/>
              <a:gd name="textAreaBottom" fmla="*/ 3748680 h 3748320"/>
            </a:gdLst>
            <a:ahLst/>
            <a:rect l="textAreaLeft" t="textAreaTop" r="textAreaRight" b="textAreaBottom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2895480" y="1699560"/>
            <a:ext cx="6400440" cy="284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2895480" y="4599000"/>
            <a:ext cx="6400440" cy="84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Click to add subtitle</a:t>
            </a:r>
            <a:endParaRPr b="0" lang="en-US" sz="24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Freeform: Shap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42440" cy="2102760"/>
          </a:xfrm>
          <a:custGeom>
            <a:avLst/>
            <a:gdLst>
              <a:gd name="textAreaLeft" fmla="*/ 0 w 2242440"/>
              <a:gd name="textAreaRight" fmla="*/ 2242800 w 2242440"/>
              <a:gd name="textAreaTop" fmla="*/ 0 h 2102760"/>
              <a:gd name="textAreaBottom" fmla="*/ 2103120 h 2102760"/>
            </a:gdLst>
            <a:ahLst/>
            <a:rect l="textAreaLeft" t="textAreaTop" r="textAreaRight" b="textAreaBottom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761040" y="731520"/>
            <a:ext cx="1066464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ftr" idx="21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22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2DCDB4-0E88-4BB6-A1AB-AB8F5C92A695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539640" y="2103120"/>
            <a:ext cx="11118600" cy="443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6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Freeform: 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66160" y="0"/>
            <a:ext cx="2325600" cy="2180520"/>
          </a:xfrm>
          <a:custGeom>
            <a:avLst/>
            <a:gdLst>
              <a:gd name="textAreaLeft" fmla="*/ 0 w 2325600"/>
              <a:gd name="textAreaRight" fmla="*/ 2325960 w 2325600"/>
              <a:gd name="textAreaTop" fmla="*/ 0 h 2180520"/>
              <a:gd name="textAreaBottom" fmla="*/ 2180880 h 2180520"/>
            </a:gdLst>
            <a:ahLst/>
            <a:rect l="textAreaLeft" t="textAreaTop" r="textAreaRight" b="textAreaBottom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763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58880" y="731520"/>
            <a:ext cx="1067076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ftr" idx="23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24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07272A-E509-43A2-B602-9C628028BB18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756000" y="2825640"/>
            <a:ext cx="10679760" cy="283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6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00" y="0"/>
            <a:ext cx="2550600" cy="6857640"/>
          </a:xfrm>
          <a:custGeom>
            <a:avLst/>
            <a:gdLst>
              <a:gd name="textAreaLeft" fmla="*/ 0 w 2550600"/>
              <a:gd name="textAreaRight" fmla="*/ 2550960 w 25506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74" name="Freeform: Shape 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360" y="0"/>
            <a:ext cx="2548080" cy="2555280"/>
          </a:xfrm>
          <a:custGeom>
            <a:avLst/>
            <a:gdLst>
              <a:gd name="textAreaLeft" fmla="*/ 0 w 2548080"/>
              <a:gd name="textAreaRight" fmla="*/ 2548440 w 2548080"/>
              <a:gd name="textAreaTop" fmla="*/ 0 h 2555280"/>
              <a:gd name="textAreaBottom" fmla="*/ 2555640 h 2555280"/>
            </a:gdLst>
            <a:ahLst/>
            <a:rect l="textAreaLeft" t="textAreaTop" r="textAreaRight" b="textAreaBottom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75" name="Freeform 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534400" y="4308480"/>
            <a:ext cx="2550600" cy="2559960"/>
          </a:xfrm>
          <a:custGeom>
            <a:avLst/>
            <a:gdLst>
              <a:gd name="textAreaLeft" fmla="*/ -360 w 2550600"/>
              <a:gd name="textAreaRight" fmla="*/ 2550600 w 2550600"/>
              <a:gd name="textAreaTop" fmla="*/ 0 h 2559960"/>
              <a:gd name="textAreaBottom" fmla="*/ 2560320 h 2559960"/>
            </a:gdLst>
            <a:ahLst/>
            <a:rect l="textAreaLeft" t="textAreaTop" r="textAreaRight" b="textAreaBottom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76" name="Freeform 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1160" y="4308480"/>
            <a:ext cx="2550600" cy="2559960"/>
          </a:xfrm>
          <a:custGeom>
            <a:avLst/>
            <a:gdLst>
              <a:gd name="textAreaLeft" fmla="*/ -360 w 2550600"/>
              <a:gd name="textAreaRight" fmla="*/ 2550600 w 2550600"/>
              <a:gd name="textAreaTop" fmla="*/ 0 h 2559960"/>
              <a:gd name="textAreaBottom" fmla="*/ 2560320 h 2559960"/>
            </a:gdLst>
            <a:ahLst/>
            <a:rect l="textAreaLeft" t="textAreaTop" r="textAreaRight" b="textAreaBottom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77" name="Imag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760" y="0"/>
            <a:ext cx="2559960" cy="2559960"/>
          </a:xfrm>
          <a:custGeom>
            <a:avLst/>
            <a:gdLst>
              <a:gd name="textAreaLeft" fmla="*/ 0 w 2559960"/>
              <a:gd name="textAreaRight" fmla="*/ 2560320 w 2559960"/>
              <a:gd name="textAreaTop" fmla="*/ 0 h 2559960"/>
              <a:gd name="textAreaBottom" fmla="*/ 2560320 h 2559960"/>
            </a:gdLst>
            <a:ahLst/>
            <a:rect l="textAreaLeft" t="textAreaTop" r="textAreaRight" b="textAreaBottom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440960" y="1344240"/>
            <a:ext cx="6984720" cy="255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33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33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25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2782C6-D197-4638-B686-1ADF2484CDB2}" type="slidenum">
              <a:rPr b="0" lang="en-US" sz="1200" spc="-1" strike="noStrike">
                <a:solidFill>
                  <a:schemeClr val="accent6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3611880" y="1347840"/>
            <a:ext cx="767880" cy="188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54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0000" spc="-1" strike="noStrike">
                <a:solidFill>
                  <a:schemeClr val="accent6"/>
                </a:solidFill>
                <a:latin typeface="Sabon Next LT"/>
              </a:rPr>
              <a:t>“</a:t>
            </a:r>
            <a:endParaRPr b="0" lang="en-US" sz="100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440960" y="3977280"/>
            <a:ext cx="4970880" cy="86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Click to add subtitle</a:t>
            </a:r>
            <a:endParaRPr b="0" lang="en-US" sz="2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9500760" y="3209400"/>
            <a:ext cx="767880" cy="162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54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0000" spc="-1" strike="noStrike">
                <a:solidFill>
                  <a:schemeClr val="accent6"/>
                </a:solidFill>
                <a:latin typeface="Sabon Next LT"/>
              </a:rPr>
              <a:t>”</a:t>
            </a:r>
            <a:endParaRPr b="0" lang="en-US" sz="100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4120" y="3390840"/>
            <a:ext cx="12215880" cy="346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45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758880" y="751320"/>
            <a:ext cx="1067076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ftr" idx="26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27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E4EAC6-D02B-4912-8F50-B09CD24F6E63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/>
          </p:nvPr>
        </p:nvSpPr>
        <p:spPr>
          <a:xfrm>
            <a:off x="758880" y="2392200"/>
            <a:ext cx="2596680" cy="25966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Sabon Next LT"/>
              </a:rPr>
              <a:t>Click icon to add picture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body"/>
          </p:nvPr>
        </p:nvSpPr>
        <p:spPr>
          <a:xfrm>
            <a:off x="758880" y="4989600"/>
            <a:ext cx="2598480" cy="1109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0" rIns="0" tIns="27432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89" name="PlaceHolder 6"/>
          <p:cNvSpPr>
            <a:spLocks noGrp="1"/>
          </p:cNvSpPr>
          <p:nvPr>
            <p:ph type="body"/>
          </p:nvPr>
        </p:nvSpPr>
        <p:spPr>
          <a:xfrm>
            <a:off x="916920" y="5599800"/>
            <a:ext cx="228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0" name="PlaceHolder 7"/>
          <p:cNvSpPr>
            <a:spLocks noGrp="1"/>
          </p:cNvSpPr>
          <p:nvPr>
            <p:ph type="body"/>
          </p:nvPr>
        </p:nvSpPr>
        <p:spPr>
          <a:xfrm>
            <a:off x="3517200" y="2392560"/>
            <a:ext cx="2596680" cy="25966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Sabon Next LT"/>
              </a:rPr>
              <a:t>Click icon to add picture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1" name="PlaceHolder 8"/>
          <p:cNvSpPr>
            <a:spLocks noGrp="1"/>
          </p:cNvSpPr>
          <p:nvPr>
            <p:ph type="body"/>
          </p:nvPr>
        </p:nvSpPr>
        <p:spPr>
          <a:xfrm>
            <a:off x="3516840" y="4989960"/>
            <a:ext cx="2598480" cy="1109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0" rIns="0" tIns="27432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2" name="PlaceHolder 9"/>
          <p:cNvSpPr>
            <a:spLocks noGrp="1"/>
          </p:cNvSpPr>
          <p:nvPr>
            <p:ph type="body"/>
          </p:nvPr>
        </p:nvSpPr>
        <p:spPr>
          <a:xfrm>
            <a:off x="3674160" y="5600520"/>
            <a:ext cx="228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3" name="PlaceHolder 10"/>
          <p:cNvSpPr>
            <a:spLocks noGrp="1"/>
          </p:cNvSpPr>
          <p:nvPr>
            <p:ph type="body"/>
          </p:nvPr>
        </p:nvSpPr>
        <p:spPr>
          <a:xfrm>
            <a:off x="6275880" y="2393280"/>
            <a:ext cx="2596680" cy="25966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Sabon Next LT"/>
              </a:rPr>
              <a:t>Click icon to add picture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4" name="PlaceHolder 11"/>
          <p:cNvSpPr>
            <a:spLocks noGrp="1"/>
          </p:cNvSpPr>
          <p:nvPr>
            <p:ph type="body"/>
          </p:nvPr>
        </p:nvSpPr>
        <p:spPr>
          <a:xfrm>
            <a:off x="6274440" y="4990680"/>
            <a:ext cx="2598480" cy="1109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0" rIns="0" tIns="27432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5" name="PlaceHolder 12"/>
          <p:cNvSpPr>
            <a:spLocks noGrp="1"/>
          </p:cNvSpPr>
          <p:nvPr>
            <p:ph type="body"/>
          </p:nvPr>
        </p:nvSpPr>
        <p:spPr>
          <a:xfrm>
            <a:off x="6432480" y="5600880"/>
            <a:ext cx="228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6" name="PlaceHolder 13"/>
          <p:cNvSpPr>
            <a:spLocks noGrp="1"/>
          </p:cNvSpPr>
          <p:nvPr>
            <p:ph type="body"/>
          </p:nvPr>
        </p:nvSpPr>
        <p:spPr>
          <a:xfrm>
            <a:off x="9034200" y="2393280"/>
            <a:ext cx="2596680" cy="25966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Sabon Next LT"/>
              </a:rPr>
              <a:t>Click icon to add picture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7" name="PlaceHolder 14"/>
          <p:cNvSpPr>
            <a:spLocks noGrp="1"/>
          </p:cNvSpPr>
          <p:nvPr>
            <p:ph type="body"/>
          </p:nvPr>
        </p:nvSpPr>
        <p:spPr>
          <a:xfrm>
            <a:off x="9032400" y="4990680"/>
            <a:ext cx="2598480" cy="1109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0" rIns="0" tIns="27432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8" name="PlaceHolder 15"/>
          <p:cNvSpPr>
            <a:spLocks noGrp="1"/>
          </p:cNvSpPr>
          <p:nvPr>
            <p:ph type="body"/>
          </p:nvPr>
        </p:nvSpPr>
        <p:spPr>
          <a:xfrm>
            <a:off x="9191160" y="5600880"/>
            <a:ext cx="228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761040" y="755640"/>
            <a:ext cx="10664640" cy="85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ftr" idx="28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29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BD9399-D84E-4936-948D-27FE95FC90FB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body"/>
          </p:nvPr>
        </p:nvSpPr>
        <p:spPr>
          <a:xfrm>
            <a:off x="1271160" y="167472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 type="body"/>
          </p:nvPr>
        </p:nvSpPr>
        <p:spPr>
          <a:xfrm>
            <a:off x="1271160" y="3320640"/>
            <a:ext cx="2029680" cy="6944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4" name="PlaceHolder 6"/>
          <p:cNvSpPr>
            <a:spLocks noGrp="1"/>
          </p:cNvSpPr>
          <p:nvPr>
            <p:ph type="body"/>
          </p:nvPr>
        </p:nvSpPr>
        <p:spPr>
          <a:xfrm>
            <a:off x="1271160" y="369648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5" name="PlaceHolder 7"/>
          <p:cNvSpPr>
            <a:spLocks noGrp="1"/>
          </p:cNvSpPr>
          <p:nvPr>
            <p:ph type="body"/>
          </p:nvPr>
        </p:nvSpPr>
        <p:spPr>
          <a:xfrm>
            <a:off x="1271160" y="427356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6" name="PlaceHolder 8"/>
          <p:cNvSpPr>
            <a:spLocks noGrp="1"/>
          </p:cNvSpPr>
          <p:nvPr>
            <p:ph type="body"/>
          </p:nvPr>
        </p:nvSpPr>
        <p:spPr>
          <a:xfrm>
            <a:off x="1271160" y="5919480"/>
            <a:ext cx="2029680" cy="6944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7" name="PlaceHolder 9"/>
          <p:cNvSpPr>
            <a:spLocks noGrp="1"/>
          </p:cNvSpPr>
          <p:nvPr>
            <p:ph type="body"/>
          </p:nvPr>
        </p:nvSpPr>
        <p:spPr>
          <a:xfrm>
            <a:off x="1271160" y="629532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8" name="PlaceHolder 10"/>
          <p:cNvSpPr>
            <a:spLocks noGrp="1"/>
          </p:cNvSpPr>
          <p:nvPr>
            <p:ph type="body"/>
          </p:nvPr>
        </p:nvSpPr>
        <p:spPr>
          <a:xfrm>
            <a:off x="3828240" y="167472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9" name="PlaceHolder 11"/>
          <p:cNvSpPr>
            <a:spLocks noGrp="1"/>
          </p:cNvSpPr>
          <p:nvPr>
            <p:ph type="body"/>
          </p:nvPr>
        </p:nvSpPr>
        <p:spPr>
          <a:xfrm>
            <a:off x="3828240" y="3320640"/>
            <a:ext cx="2029680" cy="6944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0" name="PlaceHolder 12"/>
          <p:cNvSpPr>
            <a:spLocks noGrp="1"/>
          </p:cNvSpPr>
          <p:nvPr>
            <p:ph type="body"/>
          </p:nvPr>
        </p:nvSpPr>
        <p:spPr>
          <a:xfrm>
            <a:off x="3828240" y="369648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1" name="PlaceHolder 13"/>
          <p:cNvSpPr>
            <a:spLocks noGrp="1"/>
          </p:cNvSpPr>
          <p:nvPr>
            <p:ph type="body"/>
          </p:nvPr>
        </p:nvSpPr>
        <p:spPr>
          <a:xfrm>
            <a:off x="3828240" y="427356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2" name="PlaceHolder 14"/>
          <p:cNvSpPr>
            <a:spLocks noGrp="1"/>
          </p:cNvSpPr>
          <p:nvPr>
            <p:ph type="body"/>
          </p:nvPr>
        </p:nvSpPr>
        <p:spPr>
          <a:xfrm>
            <a:off x="3828240" y="5919480"/>
            <a:ext cx="2029680" cy="6944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3" name="PlaceHolder 15"/>
          <p:cNvSpPr>
            <a:spLocks noGrp="1"/>
          </p:cNvSpPr>
          <p:nvPr>
            <p:ph type="body"/>
          </p:nvPr>
        </p:nvSpPr>
        <p:spPr>
          <a:xfrm>
            <a:off x="3828240" y="629532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4" name="PlaceHolder 16"/>
          <p:cNvSpPr>
            <a:spLocks noGrp="1"/>
          </p:cNvSpPr>
          <p:nvPr>
            <p:ph type="body"/>
          </p:nvPr>
        </p:nvSpPr>
        <p:spPr>
          <a:xfrm>
            <a:off x="6385680" y="167472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5" name="PlaceHolder 17"/>
          <p:cNvSpPr>
            <a:spLocks noGrp="1"/>
          </p:cNvSpPr>
          <p:nvPr>
            <p:ph type="body"/>
          </p:nvPr>
        </p:nvSpPr>
        <p:spPr>
          <a:xfrm>
            <a:off x="6385680" y="3320640"/>
            <a:ext cx="2029680" cy="6944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6" name="PlaceHolder 18"/>
          <p:cNvSpPr>
            <a:spLocks noGrp="1"/>
          </p:cNvSpPr>
          <p:nvPr>
            <p:ph type="body"/>
          </p:nvPr>
        </p:nvSpPr>
        <p:spPr>
          <a:xfrm>
            <a:off x="6385680" y="369648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7" name="PlaceHolder 19"/>
          <p:cNvSpPr>
            <a:spLocks noGrp="1"/>
          </p:cNvSpPr>
          <p:nvPr>
            <p:ph type="body"/>
          </p:nvPr>
        </p:nvSpPr>
        <p:spPr>
          <a:xfrm>
            <a:off x="6385680" y="427356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8" name="PlaceHolder 20"/>
          <p:cNvSpPr>
            <a:spLocks noGrp="1"/>
          </p:cNvSpPr>
          <p:nvPr>
            <p:ph type="body"/>
          </p:nvPr>
        </p:nvSpPr>
        <p:spPr>
          <a:xfrm>
            <a:off x="6385680" y="5919480"/>
            <a:ext cx="2029680" cy="6944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9" name="PlaceHolder 21"/>
          <p:cNvSpPr>
            <a:spLocks noGrp="1"/>
          </p:cNvSpPr>
          <p:nvPr>
            <p:ph type="body"/>
          </p:nvPr>
        </p:nvSpPr>
        <p:spPr>
          <a:xfrm>
            <a:off x="6385680" y="629532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20" name="PlaceHolder 22"/>
          <p:cNvSpPr>
            <a:spLocks noGrp="1"/>
          </p:cNvSpPr>
          <p:nvPr>
            <p:ph type="body"/>
          </p:nvPr>
        </p:nvSpPr>
        <p:spPr>
          <a:xfrm>
            <a:off x="8942760" y="167472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21" name="PlaceHolder 23"/>
          <p:cNvSpPr>
            <a:spLocks noGrp="1"/>
          </p:cNvSpPr>
          <p:nvPr>
            <p:ph type="body"/>
          </p:nvPr>
        </p:nvSpPr>
        <p:spPr>
          <a:xfrm>
            <a:off x="8942760" y="3320640"/>
            <a:ext cx="2029680" cy="6944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22" name="PlaceHolder 24"/>
          <p:cNvSpPr>
            <a:spLocks noGrp="1"/>
          </p:cNvSpPr>
          <p:nvPr>
            <p:ph type="body"/>
          </p:nvPr>
        </p:nvSpPr>
        <p:spPr>
          <a:xfrm>
            <a:off x="8942760" y="369648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23" name="PlaceHolder 25"/>
          <p:cNvSpPr>
            <a:spLocks noGrp="1"/>
          </p:cNvSpPr>
          <p:nvPr>
            <p:ph type="body"/>
          </p:nvPr>
        </p:nvSpPr>
        <p:spPr>
          <a:xfrm>
            <a:off x="8942760" y="427356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24" name="PlaceHolder 26"/>
          <p:cNvSpPr>
            <a:spLocks noGrp="1"/>
          </p:cNvSpPr>
          <p:nvPr>
            <p:ph type="body"/>
          </p:nvPr>
        </p:nvSpPr>
        <p:spPr>
          <a:xfrm>
            <a:off x="8942760" y="5919480"/>
            <a:ext cx="2029680" cy="6944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25" name="PlaceHolder 27"/>
          <p:cNvSpPr>
            <a:spLocks noGrp="1"/>
          </p:cNvSpPr>
          <p:nvPr>
            <p:ph type="body"/>
          </p:nvPr>
        </p:nvSpPr>
        <p:spPr>
          <a:xfrm>
            <a:off x="8942760" y="629532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2824200" y="69480"/>
            <a:ext cx="6543360" cy="313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b">
            <a:noAutofit/>
          </a:bodyPr>
          <a:p>
            <a:pPr indent="0" algn="ctr" defTabSz="914400">
              <a:lnSpc>
                <a:spcPts val="4876"/>
              </a:lnSpc>
              <a:buNone/>
            </a:pPr>
            <a:r>
              <a:rPr b="1" lang="en-US" sz="3200" spc="-1" strike="noStrike" cap="all">
                <a:solidFill>
                  <a:schemeClr val="accent6"/>
                </a:solidFill>
                <a:latin typeface="Arial Black"/>
              </a:rPr>
              <a:t>Quality Control for Metal Casting Product</a:t>
            </a:r>
            <a:endParaRPr b="0" lang="en-US" sz="32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subTitle"/>
          </p:nvPr>
        </p:nvSpPr>
        <p:spPr>
          <a:xfrm>
            <a:off x="4422960" y="3657600"/>
            <a:ext cx="3492720" cy="164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Dallen Huang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ftr" idx="30"/>
          </p:nvPr>
        </p:nvSpPr>
        <p:spPr>
          <a:xfrm>
            <a:off x="1071360" y="800280"/>
            <a:ext cx="673236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The Product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Content Placeholder 2"/>
          <p:cNvSpPr/>
          <p:nvPr/>
        </p:nvSpPr>
        <p:spPr>
          <a:xfrm>
            <a:off x="762840" y="193716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Name</a:t>
            </a:r>
            <a:r>
              <a:rPr b="0" lang="en-US" sz="2800" spc="-1" strike="noStrike">
                <a:solidFill>
                  <a:schemeClr val="accent6"/>
                </a:solidFill>
                <a:latin typeface="Söhne"/>
              </a:rPr>
              <a:t>: Submersible Pump Impeller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Material</a:t>
            </a:r>
            <a:r>
              <a:rPr b="0" lang="en-US" sz="2800" spc="-1" strike="noStrike">
                <a:solidFill>
                  <a:schemeClr val="accent6"/>
                </a:solidFill>
                <a:latin typeface="Söhne"/>
              </a:rPr>
              <a:t>: Stainless Steel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Manufacturing Processing</a:t>
            </a:r>
            <a:r>
              <a:rPr b="0" lang="en-US" sz="2800" spc="-1" strike="noStrike">
                <a:solidFill>
                  <a:schemeClr val="accent6"/>
                </a:solidFill>
                <a:latin typeface="Söhne"/>
              </a:rPr>
              <a:t>: Casting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Types of Defective</a:t>
            </a:r>
            <a:r>
              <a:rPr b="0" lang="en-US" sz="2800" spc="-1" strike="noStrike">
                <a:solidFill>
                  <a:schemeClr val="accent6"/>
                </a:solidFill>
                <a:latin typeface="Söhne"/>
              </a:rPr>
              <a:t>: </a:t>
            </a:r>
            <a:r>
              <a:rPr b="0" lang="en-US" sz="2800" spc="-1" strike="noStrike">
                <a:solidFill>
                  <a:srgbClr val="3c4043"/>
                </a:solidFill>
                <a:latin typeface="Inter"/>
              </a:rPr>
              <a:t> </a:t>
            </a:r>
            <a:r>
              <a:rPr b="0" lang="en-US" sz="2800" spc="-1" strike="noStrike">
                <a:solidFill>
                  <a:schemeClr val="accent6"/>
                </a:solidFill>
                <a:latin typeface="Söhne"/>
              </a:rPr>
              <a:t>Blow holes, Pinholes, Burr, Shrinkage defects, Mold material defects, Pouring metal defects, Metallurgical defects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Picture 8" descr="A close-up of a metal object&#10;&#10;Description automatically generated"/>
          <p:cNvPicPr/>
          <p:nvPr/>
        </p:nvPicPr>
        <p:blipFill>
          <a:blip r:embed="rId1"/>
          <a:stretch/>
        </p:blipFill>
        <p:spPr>
          <a:xfrm>
            <a:off x="6573600" y="669600"/>
            <a:ext cx="3479400" cy="347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ftr" idx="31"/>
          </p:nvPr>
        </p:nvSpPr>
        <p:spPr>
          <a:xfrm>
            <a:off x="1071360" y="800280"/>
            <a:ext cx="673236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The Defective Products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32" name="Picture 3" descr="A circular metal object with a hole&#10;&#10;Description automatically generated"/>
          <p:cNvPicPr/>
          <p:nvPr/>
        </p:nvPicPr>
        <p:blipFill>
          <a:blip r:embed="rId1"/>
          <a:stretch/>
        </p:blipFill>
        <p:spPr>
          <a:xfrm>
            <a:off x="1758600" y="1559520"/>
            <a:ext cx="2473920" cy="2473920"/>
          </a:xfrm>
          <a:prstGeom prst="rect">
            <a:avLst/>
          </a:prstGeom>
          <a:ln w="0">
            <a:noFill/>
          </a:ln>
        </p:spPr>
      </p:pic>
      <p:pic>
        <p:nvPicPr>
          <p:cNvPr id="233" name="Picture 7" descr="A circular metal object with a hole&#10;&#10;Description automatically generated"/>
          <p:cNvPicPr/>
          <p:nvPr/>
        </p:nvPicPr>
        <p:blipFill>
          <a:blip r:embed="rId2"/>
          <a:stretch/>
        </p:blipFill>
        <p:spPr>
          <a:xfrm>
            <a:off x="4212360" y="1559520"/>
            <a:ext cx="2473920" cy="2473920"/>
          </a:xfrm>
          <a:prstGeom prst="rect">
            <a:avLst/>
          </a:prstGeom>
          <a:ln w="0">
            <a:noFill/>
          </a:ln>
        </p:spPr>
      </p:pic>
      <p:pic>
        <p:nvPicPr>
          <p:cNvPr id="234" name="Picture 9" descr="A circular metal object with a hole&#10;&#10;Description automatically generated"/>
          <p:cNvPicPr/>
          <p:nvPr/>
        </p:nvPicPr>
        <p:blipFill>
          <a:blip r:embed="rId3"/>
          <a:stretch/>
        </p:blipFill>
        <p:spPr>
          <a:xfrm>
            <a:off x="6686640" y="1559520"/>
            <a:ext cx="2473920" cy="2473920"/>
          </a:xfrm>
          <a:prstGeom prst="rect">
            <a:avLst/>
          </a:prstGeom>
          <a:ln w="0">
            <a:noFill/>
          </a:ln>
        </p:spPr>
      </p:pic>
      <p:pic>
        <p:nvPicPr>
          <p:cNvPr id="235" name="Picture 11" descr="A circular metal object with a hole&#10;&#10;Description automatically generated"/>
          <p:cNvPicPr/>
          <p:nvPr/>
        </p:nvPicPr>
        <p:blipFill>
          <a:blip r:embed="rId4"/>
          <a:stretch/>
        </p:blipFill>
        <p:spPr>
          <a:xfrm>
            <a:off x="4212360" y="4056480"/>
            <a:ext cx="2473920" cy="2473920"/>
          </a:xfrm>
          <a:prstGeom prst="rect">
            <a:avLst/>
          </a:prstGeom>
          <a:ln w="0">
            <a:noFill/>
          </a:ln>
        </p:spPr>
      </p:pic>
      <p:pic>
        <p:nvPicPr>
          <p:cNvPr id="236" name="Picture 13" descr="A close-up of a circular object&#10;&#10;Description automatically generated"/>
          <p:cNvPicPr/>
          <p:nvPr/>
        </p:nvPicPr>
        <p:blipFill>
          <a:blip r:embed="rId5"/>
          <a:stretch/>
        </p:blipFill>
        <p:spPr>
          <a:xfrm>
            <a:off x="1758600" y="4056480"/>
            <a:ext cx="2453760" cy="2473920"/>
          </a:xfrm>
          <a:prstGeom prst="rect">
            <a:avLst/>
          </a:prstGeom>
          <a:ln w="0">
            <a:noFill/>
          </a:ln>
        </p:spPr>
      </p:pic>
      <p:pic>
        <p:nvPicPr>
          <p:cNvPr id="237" name="Picture 15" descr="A close-up of a circular object&#10;&#10;Description automatically generated"/>
          <p:cNvPicPr/>
          <p:nvPr/>
        </p:nvPicPr>
        <p:blipFill>
          <a:blip r:embed="rId6"/>
          <a:stretch/>
        </p:blipFill>
        <p:spPr>
          <a:xfrm>
            <a:off x="6686640" y="4056480"/>
            <a:ext cx="2473920" cy="247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ftr" idx="32"/>
          </p:nvPr>
        </p:nvSpPr>
        <p:spPr>
          <a:xfrm>
            <a:off x="1071360" y="800280"/>
            <a:ext cx="924912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Current Quality Inspection Process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Arrow: Down 16"/>
          <p:cNvSpPr/>
          <p:nvPr/>
        </p:nvSpPr>
        <p:spPr>
          <a:xfrm rot="16200000">
            <a:off x="642600" y="2051640"/>
            <a:ext cx="514080" cy="664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40" name="Rectangle: Rounded Corners 19"/>
          <p:cNvSpPr/>
          <p:nvPr/>
        </p:nvSpPr>
        <p:spPr>
          <a:xfrm>
            <a:off x="1379880" y="1945800"/>
            <a:ext cx="2154960" cy="970560"/>
          </a:xfrm>
          <a:prstGeom prst="roundRect">
            <a:avLst>
              <a:gd name="adj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Product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: Rounded Corners 20"/>
          <p:cNvSpPr/>
          <p:nvPr/>
        </p:nvSpPr>
        <p:spPr>
          <a:xfrm>
            <a:off x="1379880" y="3741120"/>
            <a:ext cx="2154960" cy="1053000"/>
          </a:xfrm>
          <a:prstGeom prst="roundRect">
            <a:avLst>
              <a:gd name="adj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Human</a:t>
            </a:r>
            <a:r>
              <a:rPr b="0" lang="en-US" sz="1800" spc="-1" strike="noStrike">
                <a:solidFill>
                  <a:schemeClr val="dk1"/>
                </a:solidFill>
                <a:latin typeface="Sabon Next LT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Inspection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Rectangle: Rounded Corners 22"/>
          <p:cNvSpPr/>
          <p:nvPr/>
        </p:nvSpPr>
        <p:spPr>
          <a:xfrm>
            <a:off x="5497200" y="3782880"/>
            <a:ext cx="2083320" cy="1003320"/>
          </a:xfrm>
          <a:prstGeom prst="roundRect">
            <a:avLst>
              <a:gd name="adj" fmla="val 16667"/>
            </a:avLst>
          </a:prstGeom>
          <a:solidFill>
            <a:srgbClr val="c5fdd2"/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OK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ectangle: Rounded Corners 23"/>
          <p:cNvSpPr/>
          <p:nvPr/>
        </p:nvSpPr>
        <p:spPr>
          <a:xfrm>
            <a:off x="5488560" y="1945800"/>
            <a:ext cx="2006640" cy="10530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Defective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Arrow: Down 3"/>
          <p:cNvSpPr/>
          <p:nvPr/>
        </p:nvSpPr>
        <p:spPr>
          <a:xfrm>
            <a:off x="2244240" y="3011760"/>
            <a:ext cx="514080" cy="664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45" name="Arrow: Down 5"/>
          <p:cNvSpPr/>
          <p:nvPr/>
        </p:nvSpPr>
        <p:spPr>
          <a:xfrm rot="16200000">
            <a:off x="7987680" y="2190960"/>
            <a:ext cx="514080" cy="664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46" name="Arrow: Down 6"/>
          <p:cNvSpPr/>
          <p:nvPr/>
        </p:nvSpPr>
        <p:spPr>
          <a:xfrm rot="16200000">
            <a:off x="7987680" y="3978360"/>
            <a:ext cx="514080" cy="664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5fdd2"/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47" name="Arrow: Down 7"/>
          <p:cNvSpPr/>
          <p:nvPr/>
        </p:nvSpPr>
        <p:spPr>
          <a:xfrm rot="14584800">
            <a:off x="4364640" y="2652480"/>
            <a:ext cx="514080" cy="9118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48" name="Arrow: Down 8"/>
          <p:cNvSpPr/>
          <p:nvPr/>
        </p:nvSpPr>
        <p:spPr>
          <a:xfrm rot="16200000">
            <a:off x="4356720" y="3861000"/>
            <a:ext cx="514080" cy="813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49" name="Rectangle: Rounded Corners 9"/>
          <p:cNvSpPr/>
          <p:nvPr/>
        </p:nvSpPr>
        <p:spPr>
          <a:xfrm>
            <a:off x="8925120" y="1958400"/>
            <a:ext cx="2006640" cy="10530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Recycle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ectangle: Rounded Corners 11"/>
          <p:cNvSpPr/>
          <p:nvPr/>
        </p:nvSpPr>
        <p:spPr>
          <a:xfrm>
            <a:off x="8909640" y="3809160"/>
            <a:ext cx="2083320" cy="1003320"/>
          </a:xfrm>
          <a:prstGeom prst="roundRect">
            <a:avLst>
              <a:gd name="adj" fmla="val 16667"/>
            </a:avLst>
          </a:prstGeom>
          <a:solidFill>
            <a:srgbClr val="c5fdd2"/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Packaging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Arrow: Down 12"/>
          <p:cNvSpPr/>
          <p:nvPr/>
        </p:nvSpPr>
        <p:spPr>
          <a:xfrm rot="16200000">
            <a:off x="11275200" y="3978360"/>
            <a:ext cx="514080" cy="664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5fdd2"/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ftr" idx="33"/>
          </p:nvPr>
        </p:nvSpPr>
        <p:spPr>
          <a:xfrm>
            <a:off x="1071360" y="800280"/>
            <a:ext cx="673236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The Problem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Arrow: Down 16"/>
          <p:cNvSpPr/>
          <p:nvPr/>
        </p:nvSpPr>
        <p:spPr>
          <a:xfrm rot="16200000">
            <a:off x="5576040" y="1497240"/>
            <a:ext cx="636480" cy="126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5cdce"/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54" name="Arrow: Down 17"/>
          <p:cNvSpPr/>
          <p:nvPr/>
        </p:nvSpPr>
        <p:spPr>
          <a:xfrm rot="16200000">
            <a:off x="5576040" y="2813040"/>
            <a:ext cx="636480" cy="126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5cdce"/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55" name="Arrow: Down 18"/>
          <p:cNvSpPr/>
          <p:nvPr/>
        </p:nvSpPr>
        <p:spPr>
          <a:xfrm rot="16200000">
            <a:off x="5576040" y="4128840"/>
            <a:ext cx="636480" cy="126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5cdce"/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56" name="Rectangle: Rounded Corners 19"/>
          <p:cNvSpPr/>
          <p:nvPr/>
        </p:nvSpPr>
        <p:spPr>
          <a:xfrm>
            <a:off x="1591920" y="1597680"/>
            <a:ext cx="2946960" cy="105552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57" name="Rectangle: Rounded Corners 20"/>
          <p:cNvSpPr/>
          <p:nvPr/>
        </p:nvSpPr>
        <p:spPr>
          <a:xfrm>
            <a:off x="1420560" y="2971800"/>
            <a:ext cx="3297960" cy="93024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58" name="Rectangle: Rounded Corners 21"/>
          <p:cNvSpPr/>
          <p:nvPr/>
        </p:nvSpPr>
        <p:spPr>
          <a:xfrm>
            <a:off x="1200240" y="4327200"/>
            <a:ext cx="3779640" cy="94932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59" name="Rectangle: Rounded Corners 22"/>
          <p:cNvSpPr/>
          <p:nvPr/>
        </p:nvSpPr>
        <p:spPr>
          <a:xfrm>
            <a:off x="7584480" y="1632960"/>
            <a:ext cx="1755000" cy="95328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60" name="Rectangle: Rounded Corners 23"/>
          <p:cNvSpPr/>
          <p:nvPr/>
        </p:nvSpPr>
        <p:spPr>
          <a:xfrm>
            <a:off x="6768360" y="2971800"/>
            <a:ext cx="3355200" cy="105300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61" name="Rectangle: Rounded Corners 24"/>
          <p:cNvSpPr/>
          <p:nvPr/>
        </p:nvSpPr>
        <p:spPr>
          <a:xfrm>
            <a:off x="6870240" y="4288320"/>
            <a:ext cx="3102120" cy="94932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graphicFrame>
        <p:nvGraphicFramePr>
          <p:cNvPr id="262" name="Table 10"/>
          <p:cNvGraphicFramePr/>
          <p:nvPr/>
        </p:nvGraphicFramePr>
        <p:xfrm>
          <a:off x="996480" y="1597680"/>
          <a:ext cx="9249120" cy="4295520"/>
        </p:xfrm>
        <a:graphic>
          <a:graphicData uri="http://schemas.openxmlformats.org/drawingml/2006/table">
            <a:tbl>
              <a:tblPr/>
              <a:tblGrid>
                <a:gridCol w="4130280"/>
                <a:gridCol w="1454400"/>
                <a:gridCol w="3664440"/>
              </a:tblGrid>
              <a:tr h="1321200">
                <a:tc>
                  <a:txBody>
                    <a:bodyPr lIns="98640" rIns="98640" tIns="49320" bIns="49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dk1"/>
                          </a:solidFill>
                          <a:latin typeface="Sabon Next LT"/>
                        </a:rPr>
                        <a:t>Time-Intensive Inspections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8640" marR="986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98640" rIns="98640" tIns="49320" bIns="49320" anchor="t">
                      <a:noAutofit/>
                    </a:bodyPr>
                    <a:p>
                      <a:endParaRPr b="1" lang="en-US" sz="3000" spc="-1" strike="noStrike">
                        <a:solidFill>
                          <a:schemeClr val="dk1"/>
                        </a:solidFill>
                        <a:latin typeface="Sabon Next LT"/>
                      </a:endParaRPr>
                    </a:p>
                  </a:txBody>
                  <a:tcPr anchor="t" marL="98640" marR="986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98640" rIns="98640" tIns="49320" bIns="49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abon Next LT"/>
                        </a:rPr>
                        <a:t>Delayed</a:t>
                      </a:r>
                      <a:br>
                        <a:rPr sz="3000"/>
                      </a:br>
                      <a:r>
                        <a:rPr b="1" lang="en-US" sz="3000" spc="-1" strike="noStrike">
                          <a:solidFill>
                            <a:schemeClr val="dk1"/>
                          </a:solidFill>
                          <a:latin typeface="Sabon Next LT"/>
                        </a:rPr>
                        <a:t> Order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8640" marR="986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321200">
                <a:tc>
                  <a:txBody>
                    <a:bodyPr lIns="98640" rIns="98640" tIns="49320" bIns="49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dk1"/>
                          </a:solidFill>
                          <a:latin typeface="Sabon Next LT"/>
                        </a:rPr>
                        <a:t>High Demand on Human Resources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8640" marR="986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98640" rIns="98640" tIns="49320" bIns="49320" anchor="t">
                      <a:noAutofit/>
                    </a:bodyPr>
                    <a:p>
                      <a:endParaRPr b="1" lang="en-US" sz="3000" spc="-1" strike="noStrike">
                        <a:solidFill>
                          <a:schemeClr val="dk1"/>
                        </a:solidFill>
                        <a:latin typeface="Sabon Next LT"/>
                      </a:endParaRPr>
                    </a:p>
                  </a:txBody>
                  <a:tcPr anchor="t" marL="98640" marR="986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98640" rIns="98640" tIns="49320" bIns="49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abon Next LT"/>
                        </a:rPr>
                        <a:t>Increased</a:t>
                      </a:r>
                      <a:r>
                        <a:rPr b="1" lang="en-US" sz="3000" spc="-1" strike="noStrike">
                          <a:solidFill>
                            <a:schemeClr val="dk1"/>
                          </a:solidFill>
                          <a:latin typeface="Sabon Next LT"/>
                        </a:rPr>
                        <a:t> </a:t>
                      </a:r>
                      <a:br>
                        <a:rPr sz="3000"/>
                      </a:br>
                      <a:r>
                        <a:rPr b="1" lang="en-US" sz="3000" spc="-1" strike="noStrike">
                          <a:solidFill>
                            <a:schemeClr val="dk1"/>
                          </a:solidFill>
                          <a:latin typeface="Sabon Next LT"/>
                        </a:rPr>
                        <a:t>Operational Costs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8640" marR="986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321200">
                <a:tc>
                  <a:txBody>
                    <a:bodyPr lIns="98640" rIns="98640" tIns="49320" bIns="49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dk1"/>
                          </a:solidFill>
                          <a:latin typeface="Sabon Next LT"/>
                        </a:rPr>
                        <a:t>Inconsistent Inspection Standards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8640" marR="986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98640" rIns="98640" tIns="49320" bIns="49320" anchor="t">
                      <a:noAutofit/>
                    </a:bodyPr>
                    <a:p>
                      <a:endParaRPr b="1" lang="en-US" sz="3000" spc="-1" strike="noStrike">
                        <a:solidFill>
                          <a:schemeClr val="dk1"/>
                        </a:solidFill>
                        <a:latin typeface="Sabon Next LT"/>
                      </a:endParaRPr>
                    </a:p>
                  </a:txBody>
                  <a:tcPr anchor="t" marL="98640" marR="986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98640" rIns="98640" tIns="49320" bIns="49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dk1"/>
                          </a:solidFill>
                          <a:latin typeface="Sabon Next LT"/>
                        </a:rPr>
                        <a:t>Potential Quality </a:t>
                      </a:r>
                      <a:r>
                        <a:rPr b="1" lang="en-US" sz="3000" spc="-1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abon Next LT"/>
                        </a:rPr>
                        <a:t>Issues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8640" marR="986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ftr" idx="34"/>
          </p:nvPr>
        </p:nvSpPr>
        <p:spPr>
          <a:xfrm>
            <a:off x="1071360" y="800280"/>
            <a:ext cx="924912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The Solution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Arrow: Down 16"/>
          <p:cNvSpPr/>
          <p:nvPr/>
        </p:nvSpPr>
        <p:spPr>
          <a:xfrm rot="16200000">
            <a:off x="242640" y="1635120"/>
            <a:ext cx="514080" cy="664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65" name="Rectangle: Rounded Corners 19"/>
          <p:cNvSpPr/>
          <p:nvPr/>
        </p:nvSpPr>
        <p:spPr>
          <a:xfrm>
            <a:off x="979560" y="1529640"/>
            <a:ext cx="2154960" cy="970560"/>
          </a:xfrm>
          <a:prstGeom prst="roundRect">
            <a:avLst>
              <a:gd name="adj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Product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Rectangle: Rounded Corners 20"/>
          <p:cNvSpPr/>
          <p:nvPr/>
        </p:nvSpPr>
        <p:spPr>
          <a:xfrm>
            <a:off x="979560" y="3324960"/>
            <a:ext cx="2154960" cy="1053000"/>
          </a:xfrm>
          <a:prstGeom prst="roundRect">
            <a:avLst>
              <a:gd name="adj" fmla="val 16667"/>
            </a:avLst>
          </a:prstGeom>
          <a:solidFill>
            <a:schemeClr val="bg1">
              <a:lumMod val="9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Photo Capture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Rectangle: Rounded Corners 22"/>
          <p:cNvSpPr/>
          <p:nvPr/>
        </p:nvSpPr>
        <p:spPr>
          <a:xfrm>
            <a:off x="4485240" y="3374280"/>
            <a:ext cx="2083320" cy="1003320"/>
          </a:xfrm>
          <a:prstGeom prst="roundRect">
            <a:avLst>
              <a:gd name="adj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Pass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Rectangle: Rounded Corners 23"/>
          <p:cNvSpPr/>
          <p:nvPr/>
        </p:nvSpPr>
        <p:spPr>
          <a:xfrm>
            <a:off x="4523760" y="5171760"/>
            <a:ext cx="2006640" cy="10530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Defective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Arrow: Down 3"/>
          <p:cNvSpPr/>
          <p:nvPr/>
        </p:nvSpPr>
        <p:spPr>
          <a:xfrm>
            <a:off x="1844280" y="2595240"/>
            <a:ext cx="514080" cy="664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70" name="Arrow: Down 5"/>
          <p:cNvSpPr/>
          <p:nvPr/>
        </p:nvSpPr>
        <p:spPr>
          <a:xfrm rot="16200000">
            <a:off x="6981840" y="5339880"/>
            <a:ext cx="514080" cy="664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71" name="Arrow: Down 6"/>
          <p:cNvSpPr/>
          <p:nvPr/>
        </p:nvSpPr>
        <p:spPr>
          <a:xfrm rot="16200000">
            <a:off x="7046280" y="1667880"/>
            <a:ext cx="514080" cy="664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5fdd2"/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72" name="Arrow: Down 7"/>
          <p:cNvSpPr/>
          <p:nvPr/>
        </p:nvSpPr>
        <p:spPr>
          <a:xfrm rot="13947600">
            <a:off x="3595320" y="4177800"/>
            <a:ext cx="514080" cy="9118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73" name="Arrow: Down 8"/>
          <p:cNvSpPr/>
          <p:nvPr/>
        </p:nvSpPr>
        <p:spPr>
          <a:xfrm rot="16200000">
            <a:off x="3572280" y="5240880"/>
            <a:ext cx="514080" cy="813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74" name="Rectangle: Rounded Corners 9"/>
          <p:cNvSpPr/>
          <p:nvPr/>
        </p:nvSpPr>
        <p:spPr>
          <a:xfrm>
            <a:off x="7919280" y="5107680"/>
            <a:ext cx="2006640" cy="10530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Recycle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Rectangle: Rounded Corners 11"/>
          <p:cNvSpPr/>
          <p:nvPr/>
        </p:nvSpPr>
        <p:spPr>
          <a:xfrm>
            <a:off x="7919280" y="1498680"/>
            <a:ext cx="2083320" cy="1003320"/>
          </a:xfrm>
          <a:prstGeom prst="roundRect">
            <a:avLst>
              <a:gd name="adj" fmla="val 16667"/>
            </a:avLst>
          </a:prstGeom>
          <a:solidFill>
            <a:srgbClr val="c5fdd2"/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OK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Rectangle: Rounded Corners 4"/>
          <p:cNvSpPr/>
          <p:nvPr/>
        </p:nvSpPr>
        <p:spPr>
          <a:xfrm>
            <a:off x="979560" y="5171760"/>
            <a:ext cx="2154960" cy="1053000"/>
          </a:xfrm>
          <a:prstGeom prst="roundRect">
            <a:avLst>
              <a:gd name="adj" fmla="val 16667"/>
            </a:avLst>
          </a:prstGeom>
          <a:solidFill>
            <a:schemeClr val="bg1">
              <a:lumMod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Sabon Next LT"/>
              </a:rPr>
              <a:t>AI Inspection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Arrow: Down 10"/>
          <p:cNvSpPr/>
          <p:nvPr/>
        </p:nvSpPr>
        <p:spPr>
          <a:xfrm>
            <a:off x="1844280" y="4442040"/>
            <a:ext cx="514080" cy="664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78" name="Rectangle: Rounded Corners 13"/>
          <p:cNvSpPr/>
          <p:nvPr/>
        </p:nvSpPr>
        <p:spPr>
          <a:xfrm>
            <a:off x="4413600" y="1514880"/>
            <a:ext cx="2154960" cy="970560"/>
          </a:xfrm>
          <a:prstGeom prst="roundRect">
            <a:avLst>
              <a:gd name="adj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Human Inspection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Arrow: Down 14"/>
          <p:cNvSpPr/>
          <p:nvPr/>
        </p:nvSpPr>
        <p:spPr>
          <a:xfrm rot="10800000">
            <a:off x="5278320" y="2581200"/>
            <a:ext cx="514080" cy="664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80" name="Rectangle: Rounded Corners 15"/>
          <p:cNvSpPr/>
          <p:nvPr/>
        </p:nvSpPr>
        <p:spPr>
          <a:xfrm>
            <a:off x="7919280" y="3267360"/>
            <a:ext cx="2006640" cy="10530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Defective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Arrow: Down 17"/>
          <p:cNvSpPr/>
          <p:nvPr/>
        </p:nvSpPr>
        <p:spPr>
          <a:xfrm>
            <a:off x="8704080" y="4379400"/>
            <a:ext cx="514080" cy="664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82" name="Arrow: Down 18"/>
          <p:cNvSpPr/>
          <p:nvPr/>
        </p:nvSpPr>
        <p:spPr>
          <a:xfrm rot="18538800">
            <a:off x="7046640" y="2541600"/>
            <a:ext cx="514080" cy="8668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83" name="Arrow: Down 21"/>
          <p:cNvSpPr/>
          <p:nvPr/>
        </p:nvSpPr>
        <p:spPr>
          <a:xfrm rot="16200000">
            <a:off x="10361160" y="1701360"/>
            <a:ext cx="514080" cy="664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5fdd2"/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84" name="Arrow: Down 24"/>
          <p:cNvSpPr/>
          <p:nvPr/>
        </p:nvSpPr>
        <p:spPr>
          <a:xfrm rot="16200000">
            <a:off x="10342080" y="5339880"/>
            <a:ext cx="514080" cy="664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ftr" idx="35"/>
          </p:nvPr>
        </p:nvSpPr>
        <p:spPr>
          <a:xfrm>
            <a:off x="1071360" y="800280"/>
            <a:ext cx="924912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Step 1 : Set up Photo Capture Station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Content Placeholder 2"/>
          <p:cNvSpPr/>
          <p:nvPr/>
        </p:nvSpPr>
        <p:spPr>
          <a:xfrm>
            <a:off x="1052280" y="164232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Continuous Lighting Source</a:t>
            </a:r>
            <a:r>
              <a:rPr b="0" lang="en-US" sz="2800" spc="-1" strike="noStrike">
                <a:solidFill>
                  <a:schemeClr val="accent6"/>
                </a:solidFill>
                <a:latin typeface="Söhne"/>
              </a:rPr>
              <a:t>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Utilization of dual Tungsten Light Bulbs for </a:t>
            </a:r>
            <a:r>
              <a:rPr b="0" lang="en-US" sz="2400" spc="-1" strike="noStrike">
                <a:solidFill>
                  <a:srgbClr val="ff0000"/>
                </a:solidFill>
                <a:latin typeface="Söhne"/>
              </a:rPr>
              <a:t>consistent</a:t>
            </a: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 and </a:t>
            </a:r>
            <a:r>
              <a:rPr b="0" lang="en-US" sz="2400" spc="-1" strike="noStrike">
                <a:solidFill>
                  <a:srgbClr val="ff0000"/>
                </a:solidFill>
                <a:latin typeface="Söhne"/>
              </a:rPr>
              <a:t>uniform</a:t>
            </a: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 illumination.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Temperature Regulation</a:t>
            </a:r>
            <a:r>
              <a:rPr b="0" lang="en-US" sz="2800" spc="-1" strike="noStrike">
                <a:solidFill>
                  <a:schemeClr val="accent6"/>
                </a:solidFill>
                <a:latin typeface="Söhne"/>
              </a:rPr>
              <a:t>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Deployment of an Infrared Thermometer to ensure product temperatures are maintained between </a:t>
            </a:r>
            <a:r>
              <a:rPr b="0" lang="en-US" sz="2400" spc="-1" strike="noStrike">
                <a:solidFill>
                  <a:srgbClr val="ff0000"/>
                </a:solidFill>
                <a:latin typeface="Söhne"/>
              </a:rPr>
              <a:t>12°C</a:t>
            </a: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 and </a:t>
            </a:r>
            <a:r>
              <a:rPr b="0" lang="en-US" sz="2400" spc="-1" strike="noStrike">
                <a:solidFill>
                  <a:srgbClr val="ff0000"/>
                </a:solidFill>
                <a:latin typeface="Söhne"/>
              </a:rPr>
              <a:t>35°C</a:t>
            </a: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Efficient Product Handling</a:t>
            </a:r>
            <a:r>
              <a:rPr b="0" lang="en-US" sz="2800" spc="-1" strike="noStrike">
                <a:solidFill>
                  <a:schemeClr val="accent6"/>
                </a:solidFill>
                <a:latin typeface="Söhne"/>
              </a:rPr>
              <a:t>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Integration of a Conveyor Belt System for precise and automated transportation of products to the designated inspection area.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ftr" idx="36"/>
          </p:nvPr>
        </p:nvSpPr>
        <p:spPr>
          <a:xfrm>
            <a:off x="1071360" y="800280"/>
            <a:ext cx="1087272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Step 2 : Implement AI-Powered Inspection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Content Placeholder 2"/>
          <p:cNvSpPr/>
          <p:nvPr/>
        </p:nvSpPr>
        <p:spPr>
          <a:xfrm>
            <a:off x="1052280" y="164232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Developing the AI Model</a:t>
            </a:r>
            <a:r>
              <a:rPr b="0" lang="en-US" sz="2800" spc="-1" strike="noStrike">
                <a:solidFill>
                  <a:schemeClr val="accent6"/>
                </a:solidFill>
                <a:latin typeface="Söhne"/>
              </a:rPr>
              <a:t>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Training a </a:t>
            </a:r>
            <a:r>
              <a:rPr b="0" lang="en-US" sz="2400" spc="-1" strike="noStrike">
                <a:solidFill>
                  <a:srgbClr val="ff0000"/>
                </a:solidFill>
                <a:latin typeface="Söhne"/>
              </a:rPr>
              <a:t>Neural Networks model </a:t>
            </a: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to integrate with Quality Control Software for advanced inspection capabilities.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Data Integration and Pipeline Creation</a:t>
            </a:r>
            <a:r>
              <a:rPr b="0" lang="en-US" sz="2800" spc="-1" strike="noStrike">
                <a:solidFill>
                  <a:schemeClr val="accent6"/>
                </a:solidFill>
                <a:latin typeface="Söhne"/>
              </a:rPr>
              <a:t>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Establishing a pipeline for seamless transfer and processing of image data into the neural network model.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Automated Product Handling and Sorting</a:t>
            </a:r>
            <a:r>
              <a:rPr b="0" lang="en-US" sz="2800" spc="-1" strike="noStrike">
                <a:solidFill>
                  <a:schemeClr val="accent6"/>
                </a:solidFill>
                <a:latin typeface="Söhne"/>
              </a:rPr>
              <a:t>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Utilizing AI model outputs to direct the automated transportation and sorting of products in the inspection area.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ftr" idx="37"/>
          </p:nvPr>
        </p:nvSpPr>
        <p:spPr>
          <a:xfrm>
            <a:off x="1071360" y="800280"/>
            <a:ext cx="1087272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Step 3 : Human Inspection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Content Placeholder 2"/>
          <p:cNvSpPr/>
          <p:nvPr/>
        </p:nvSpPr>
        <p:spPr>
          <a:xfrm>
            <a:off x="1052280" y="164232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Misclassification Analysis: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 Black"/>
              <a:buAutoNum type="arabicPeriod"/>
            </a:pP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Inspect and identify misclassified products in both 'defective' and 'ok' categories.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 Black"/>
              <a:buAutoNum type="arabicPeriod"/>
            </a:pP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Separate non-defective items from the 'defective' area.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 Black"/>
              <a:buAutoNum type="arabicPeriod"/>
            </a:pP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Collect defective products from the 'ok' area for further analysis.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Model Improvement through Feedback Loop: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 Black"/>
              <a:buAutoNum type="arabicPeriod"/>
            </a:pP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Reintegrate misclassified products into the training dataset.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 Black"/>
              <a:buAutoNum type="arabicPeriod"/>
            </a:pP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Retrain the model with the updated dataset to enhance accuracy and reduce future misclassifications.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ftr" idx="38"/>
          </p:nvPr>
        </p:nvSpPr>
        <p:spPr>
          <a:xfrm>
            <a:off x="1071360" y="800280"/>
            <a:ext cx="1087272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Neural Networks Model Overview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Content Placeholder 2"/>
          <p:cNvSpPr/>
          <p:nvPr/>
        </p:nvSpPr>
        <p:spPr>
          <a:xfrm>
            <a:off x="1052280" y="164232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Input</a:t>
            </a:r>
            <a:r>
              <a:rPr b="0" lang="en-US" sz="2800" spc="-1" strike="noStrike">
                <a:solidFill>
                  <a:schemeClr val="accent6"/>
                </a:solidFill>
                <a:latin typeface="Söhne"/>
              </a:rPr>
              <a:t>: 300*300 Greyscale Images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Output</a:t>
            </a:r>
            <a:r>
              <a:rPr b="0" lang="en-US" sz="2800" spc="-1" strike="noStrike">
                <a:solidFill>
                  <a:schemeClr val="accent6"/>
                </a:solidFill>
                <a:latin typeface="Söhne"/>
              </a:rPr>
              <a:t>: Binary Classification Signals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‘</a:t>
            </a: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ok’: Product passes the quality check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‘</a:t>
            </a:r>
            <a:r>
              <a:rPr b="0" lang="en-US" sz="2400" spc="-1" strike="noStrike">
                <a:solidFill>
                  <a:schemeClr val="accent6"/>
                </a:solidFill>
                <a:latin typeface="Söhne"/>
              </a:rPr>
              <a:t>defective’ : Product fails due to defects.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Accuracy: 80.30% (2023/11/16)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Loss: 0.65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accent6"/>
                </a:solidFill>
                <a:latin typeface="Söhne"/>
              </a:rPr>
              <a:t>Maintenance: Improve model with new image data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ftr" idx="39"/>
          </p:nvPr>
        </p:nvSpPr>
        <p:spPr>
          <a:xfrm>
            <a:off x="1071360" y="800280"/>
            <a:ext cx="9866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Transforming Inspection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Arrow: Down 16"/>
          <p:cNvSpPr/>
          <p:nvPr/>
        </p:nvSpPr>
        <p:spPr>
          <a:xfrm rot="16200000">
            <a:off x="5365800" y="1657440"/>
            <a:ext cx="804600" cy="12650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95" name="Rectangle: Rounded Corners 19"/>
          <p:cNvSpPr/>
          <p:nvPr/>
        </p:nvSpPr>
        <p:spPr>
          <a:xfrm>
            <a:off x="1311120" y="1597680"/>
            <a:ext cx="3252240" cy="133416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0000"/>
                </a:solidFill>
                <a:latin typeface="Times New Roman"/>
              </a:rPr>
              <a:t>Time-intensive</a:t>
            </a:r>
            <a:br>
              <a:rPr sz="2400"/>
            </a:b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Manual Operation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Rectangle: Rounded Corners 2"/>
          <p:cNvSpPr/>
          <p:nvPr/>
        </p:nvSpPr>
        <p:spPr>
          <a:xfrm>
            <a:off x="1311120" y="3044160"/>
            <a:ext cx="3252240" cy="133416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0000"/>
                </a:solidFill>
                <a:latin typeface="Times New Roman"/>
              </a:rPr>
              <a:t>Heavy</a:t>
            </a:r>
            <a:br>
              <a:rPr sz="2400"/>
            </a:b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Human Resource Cost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ectangle: Rounded Corners 3"/>
          <p:cNvSpPr/>
          <p:nvPr/>
        </p:nvSpPr>
        <p:spPr>
          <a:xfrm>
            <a:off x="1311120" y="4490640"/>
            <a:ext cx="3252240" cy="133416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0000"/>
                </a:solidFill>
                <a:latin typeface="Times New Roman"/>
              </a:rPr>
              <a:t>Inconsistent </a:t>
            </a: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Inspection Standards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ectangle: Rounded Corners 4"/>
          <p:cNvSpPr/>
          <p:nvPr/>
        </p:nvSpPr>
        <p:spPr>
          <a:xfrm>
            <a:off x="6973560" y="1597680"/>
            <a:ext cx="3334680" cy="1334160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b050"/>
                </a:solidFill>
                <a:latin typeface="Times New Roman"/>
              </a:rPr>
              <a:t>Fast, Automatic</a:t>
            </a:r>
            <a:br>
              <a:rPr sz="2400"/>
            </a:b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90% AI-Powered Inspection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Rectangle: Rounded Corners 5"/>
          <p:cNvSpPr/>
          <p:nvPr/>
        </p:nvSpPr>
        <p:spPr>
          <a:xfrm>
            <a:off x="6973560" y="3057480"/>
            <a:ext cx="3395160" cy="1334160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One-Time investigation with </a:t>
            </a:r>
            <a:r>
              <a:rPr b="1" lang="en-US" sz="2400" spc="-1" strike="noStrike">
                <a:solidFill>
                  <a:srgbClr val="00b050"/>
                </a:solidFill>
                <a:latin typeface="Times New Roman"/>
              </a:rPr>
              <a:t>Minimal</a:t>
            </a: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 Maintenance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Rectangle: Rounded Corners 6"/>
          <p:cNvSpPr/>
          <p:nvPr/>
        </p:nvSpPr>
        <p:spPr>
          <a:xfrm>
            <a:off x="6973560" y="4517280"/>
            <a:ext cx="3395160" cy="1334160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Continually </a:t>
            </a:r>
            <a:r>
              <a:rPr b="1" lang="en-US" sz="2400" spc="-1" strike="noStrike">
                <a:solidFill>
                  <a:srgbClr val="00b050"/>
                </a:solidFill>
                <a:latin typeface="Times New Roman"/>
              </a:rPr>
              <a:t>Enhance </a:t>
            </a: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Accuracy Over Time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Arrow: Down 8"/>
          <p:cNvSpPr/>
          <p:nvPr/>
        </p:nvSpPr>
        <p:spPr>
          <a:xfrm rot="16200000">
            <a:off x="5365800" y="3092040"/>
            <a:ext cx="804600" cy="12650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302" name="Arrow: Down 9"/>
          <p:cNvSpPr/>
          <p:nvPr/>
        </p:nvSpPr>
        <p:spPr>
          <a:xfrm rot="16200000">
            <a:off x="5365800" y="4457880"/>
            <a:ext cx="804600" cy="12650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b59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1527120" y="327960"/>
            <a:ext cx="4550400" cy="245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b">
            <a:noAutofit/>
          </a:bodyPr>
          <a:p>
            <a:pPr indent="0" defTabSz="914400">
              <a:lnSpc>
                <a:spcPts val="4876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THANK YOU 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subTitle"/>
          </p:nvPr>
        </p:nvSpPr>
        <p:spPr>
          <a:xfrm>
            <a:off x="1545480" y="2846880"/>
            <a:ext cx="4550400" cy="23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100000"/>
              </a:lnSpc>
              <a:spcBef>
                <a:spcPts val="5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Dallen Huang​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5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dallenwill@hotmail.com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5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2023-11-16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2D6F65D-59DB-459C-812A-E954DE5F05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17FA41-AE03-4A0A-A9B0-817CABD094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D542F6-3184-4387-BE39-8DA735EB5504}">
  <ds:schemaRefs>
    <ds:schemaRef ds:uri="71af3243-3dd4-4a8d-8c0d-dd76da1f02a5"/>
    <ds:schemaRef ds:uri="http://purl.org/dc/dcmitype/"/>
    <ds:schemaRef ds:uri="http://schemas.microsoft.com/office/infopath/2007/PartnerControls"/>
    <ds:schemaRef ds:uri="16c05727-aa75-4e4a-9b5f-8a80a1165891"/>
    <ds:schemaRef ds:uri="http://www.w3.org/XML/1998/namespace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sharepoint/v3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{F66C5404-FFD5-426C-83DB-77FAF5A2B8E5}tf78438558_win32</Template>
  <TotalTime>679</TotalTime>
  <Application>LibreOffice/24.2.7.2$Linux_X86_64 LibreOffice_project/420$Build-2</Application>
  <AppVersion>15.0000</AppVersion>
  <Words>408</Words>
  <Paragraphs>75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2023-10-07T01:01:47Z</dcterms:created>
  <dc:creator>Dallen Huang</dc:creator>
  <dc:description/>
  <dc:language>en-US</dc:language>
  <cp:lastModifiedBy/>
  <dcterms:modified xsi:type="dcterms:W3CDTF">2026-04-08T23:42:00Z</dcterms:modified>
  <cp:revision>14</cp:revision>
  <dc:subject/>
  <dc:title>PRESENTATION TITLE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Notes">
    <vt:i4>1</vt:i4>
  </property>
  <property fmtid="{D5CDD505-2E9C-101B-9397-08002B2CF9AE}" pid="5" name="PresentationFormat">
    <vt:lpwstr>Widescreen</vt:lpwstr>
  </property>
  <property fmtid="{D5CDD505-2E9C-101B-9397-08002B2CF9AE}" pid="6" name="Slides">
    <vt:i4>12</vt:i4>
  </property>
</Properties>
</file>